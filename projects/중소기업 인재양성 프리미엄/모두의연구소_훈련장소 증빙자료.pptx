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sldIdLst>
    <p:sldId id="2134805318" r:id="rId2"/>
    <p:sldId id="2134805319" r:id="rId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7575C"/>
    <a:srgbClr val="110044"/>
    <a:srgbClr val="88C1FF"/>
    <a:srgbClr val="FFFFFF"/>
    <a:srgbClr val="9B99FF"/>
    <a:srgbClr val="FCCCCF"/>
    <a:srgbClr val="F8515D"/>
    <a:srgbClr val="006FC0"/>
    <a:srgbClr val="004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4660"/>
  </p:normalViewPr>
  <p:slideViewPr>
    <p:cSldViewPr>
      <p:cViewPr varScale="1">
        <p:scale>
          <a:sx n="138" d="100"/>
          <a:sy n="138" d="100"/>
        </p:scale>
        <p:origin x="648" y="114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8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528E5-5605-478C-9E24-EB537E2E0529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1BBF0-1842-4214-BBC7-B1B8BB1916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1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05BF-A500-CC15-F736-EF4ABC40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CF6FBF-2254-25A8-A711-D442E411E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06E855-0B46-2C9E-4807-67720175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라인업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55371-D961-FD0A-2065-484CCAD1B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37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C529-D9B2-0911-C778-0803AA05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272A1A-03C6-56D2-719E-0FF42FCEF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2D4F9-B36A-4DB2-F21E-E96CDD0EC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라인업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50310-E3AC-84D0-F4B8-B9E6E63DA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1BBF0-1842-4214-BBC7-B1B8BB19165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6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5E4A6-A619-46B2-B2BF-C4BD49496445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44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2685" y="4751387"/>
            <a:ext cx="587832" cy="2286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49452" y="3061461"/>
            <a:ext cx="714375" cy="191135"/>
          </a:xfrm>
          <a:custGeom>
            <a:avLst/>
            <a:gdLst/>
            <a:ahLst/>
            <a:cxnLst/>
            <a:rect l="l" t="t" r="r" b="b"/>
            <a:pathLst>
              <a:path w="714375" h="191135">
                <a:moveTo>
                  <a:pt x="685736" y="140207"/>
                </a:moveTo>
                <a:lnTo>
                  <a:pt x="676292" y="140850"/>
                </a:lnTo>
                <a:lnTo>
                  <a:pt x="663008" y="141446"/>
                </a:lnTo>
                <a:lnTo>
                  <a:pt x="603292" y="142974"/>
                </a:lnTo>
                <a:lnTo>
                  <a:pt x="553605" y="143510"/>
                </a:lnTo>
                <a:lnTo>
                  <a:pt x="554990" y="156337"/>
                </a:lnTo>
                <a:lnTo>
                  <a:pt x="646307" y="154820"/>
                </a:lnTo>
                <a:lnTo>
                  <a:pt x="663525" y="154273"/>
                </a:lnTo>
                <a:lnTo>
                  <a:pt x="676964" y="153677"/>
                </a:lnTo>
                <a:lnTo>
                  <a:pt x="686625" y="153035"/>
                </a:lnTo>
                <a:lnTo>
                  <a:pt x="685736" y="140207"/>
                </a:lnTo>
                <a:close/>
              </a:path>
              <a:path w="714375" h="191135">
                <a:moveTo>
                  <a:pt x="411556" y="127635"/>
                </a:moveTo>
                <a:lnTo>
                  <a:pt x="396811" y="127635"/>
                </a:lnTo>
                <a:lnTo>
                  <a:pt x="396811" y="184912"/>
                </a:lnTo>
                <a:lnTo>
                  <a:pt x="520827" y="184912"/>
                </a:lnTo>
                <a:lnTo>
                  <a:pt x="520827" y="171704"/>
                </a:lnTo>
                <a:lnTo>
                  <a:pt x="411556" y="171704"/>
                </a:lnTo>
                <a:lnTo>
                  <a:pt x="411556" y="127635"/>
                </a:lnTo>
                <a:close/>
              </a:path>
              <a:path w="714375" h="191135">
                <a:moveTo>
                  <a:pt x="465899" y="110236"/>
                </a:moveTo>
                <a:lnTo>
                  <a:pt x="451345" y="110236"/>
                </a:lnTo>
                <a:lnTo>
                  <a:pt x="451345" y="149606"/>
                </a:lnTo>
                <a:lnTo>
                  <a:pt x="465899" y="149606"/>
                </a:lnTo>
                <a:lnTo>
                  <a:pt x="465899" y="110236"/>
                </a:lnTo>
                <a:close/>
              </a:path>
              <a:path w="714375" h="191135">
                <a:moveTo>
                  <a:pt x="545960" y="97155"/>
                </a:moveTo>
                <a:lnTo>
                  <a:pt x="368808" y="97155"/>
                </a:lnTo>
                <a:lnTo>
                  <a:pt x="368808" y="110236"/>
                </a:lnTo>
                <a:lnTo>
                  <a:pt x="545960" y="110236"/>
                </a:lnTo>
                <a:lnTo>
                  <a:pt x="545960" y="97155"/>
                </a:lnTo>
                <a:close/>
              </a:path>
              <a:path w="714375" h="191135">
                <a:moveTo>
                  <a:pt x="332359" y="128269"/>
                </a:moveTo>
                <a:lnTo>
                  <a:pt x="209537" y="128269"/>
                </a:lnTo>
                <a:lnTo>
                  <a:pt x="209537" y="141477"/>
                </a:lnTo>
                <a:lnTo>
                  <a:pt x="317614" y="141477"/>
                </a:lnTo>
                <a:lnTo>
                  <a:pt x="317614" y="190881"/>
                </a:lnTo>
                <a:lnTo>
                  <a:pt x="332359" y="190881"/>
                </a:lnTo>
                <a:lnTo>
                  <a:pt x="332359" y="128269"/>
                </a:lnTo>
                <a:close/>
              </a:path>
              <a:path w="714375" h="191135">
                <a:moveTo>
                  <a:pt x="249923" y="102996"/>
                </a:moveTo>
                <a:lnTo>
                  <a:pt x="235076" y="102996"/>
                </a:lnTo>
                <a:lnTo>
                  <a:pt x="235076" y="128269"/>
                </a:lnTo>
                <a:lnTo>
                  <a:pt x="249923" y="128269"/>
                </a:lnTo>
                <a:lnTo>
                  <a:pt x="249923" y="102996"/>
                </a:lnTo>
                <a:close/>
              </a:path>
              <a:path w="714375" h="191135">
                <a:moveTo>
                  <a:pt x="310883" y="102996"/>
                </a:moveTo>
                <a:lnTo>
                  <a:pt x="296037" y="102996"/>
                </a:lnTo>
                <a:lnTo>
                  <a:pt x="296037" y="128269"/>
                </a:lnTo>
                <a:lnTo>
                  <a:pt x="310883" y="128269"/>
                </a:lnTo>
                <a:lnTo>
                  <a:pt x="310883" y="102996"/>
                </a:lnTo>
                <a:close/>
              </a:path>
              <a:path w="714375" h="191135">
                <a:moveTo>
                  <a:pt x="361556" y="89535"/>
                </a:moveTo>
                <a:lnTo>
                  <a:pt x="184403" y="89535"/>
                </a:lnTo>
                <a:lnTo>
                  <a:pt x="184403" y="102996"/>
                </a:lnTo>
                <a:lnTo>
                  <a:pt x="361556" y="102996"/>
                </a:lnTo>
                <a:lnTo>
                  <a:pt x="361556" y="89535"/>
                </a:lnTo>
                <a:close/>
              </a:path>
              <a:path w="714375" h="191135">
                <a:moveTo>
                  <a:pt x="177152" y="145161"/>
                </a:moveTo>
                <a:lnTo>
                  <a:pt x="0" y="145161"/>
                </a:lnTo>
                <a:lnTo>
                  <a:pt x="0" y="158623"/>
                </a:lnTo>
                <a:lnTo>
                  <a:pt x="177152" y="158623"/>
                </a:lnTo>
                <a:lnTo>
                  <a:pt x="177152" y="145161"/>
                </a:lnTo>
                <a:close/>
              </a:path>
              <a:path w="714375" h="191135">
                <a:moveTo>
                  <a:pt x="60375" y="80263"/>
                </a:moveTo>
                <a:lnTo>
                  <a:pt x="45821" y="80263"/>
                </a:lnTo>
                <a:lnTo>
                  <a:pt x="45821" y="145161"/>
                </a:lnTo>
                <a:lnTo>
                  <a:pt x="60375" y="145161"/>
                </a:lnTo>
                <a:lnTo>
                  <a:pt x="60375" y="80263"/>
                </a:lnTo>
                <a:close/>
              </a:path>
              <a:path w="714375" h="191135">
                <a:moveTo>
                  <a:pt x="108864" y="80263"/>
                </a:moveTo>
                <a:lnTo>
                  <a:pt x="94221" y="80263"/>
                </a:lnTo>
                <a:lnTo>
                  <a:pt x="94221" y="145161"/>
                </a:lnTo>
                <a:lnTo>
                  <a:pt x="108864" y="145161"/>
                </a:lnTo>
                <a:lnTo>
                  <a:pt x="108864" y="80263"/>
                </a:lnTo>
                <a:close/>
              </a:path>
              <a:path w="714375" h="191135">
                <a:moveTo>
                  <a:pt x="151815" y="18033"/>
                </a:moveTo>
                <a:lnTo>
                  <a:pt x="23063" y="18033"/>
                </a:lnTo>
                <a:lnTo>
                  <a:pt x="23063" y="31368"/>
                </a:lnTo>
                <a:lnTo>
                  <a:pt x="136575" y="31368"/>
                </a:lnTo>
                <a:lnTo>
                  <a:pt x="136575" y="59181"/>
                </a:lnTo>
                <a:lnTo>
                  <a:pt x="136402" y="75041"/>
                </a:lnTo>
                <a:lnTo>
                  <a:pt x="135882" y="90423"/>
                </a:lnTo>
                <a:lnTo>
                  <a:pt x="135016" y="105330"/>
                </a:lnTo>
                <a:lnTo>
                  <a:pt x="133807" y="119761"/>
                </a:lnTo>
                <a:lnTo>
                  <a:pt x="148361" y="121412"/>
                </a:lnTo>
                <a:lnTo>
                  <a:pt x="149870" y="104723"/>
                </a:lnTo>
                <a:lnTo>
                  <a:pt x="150950" y="88773"/>
                </a:lnTo>
                <a:lnTo>
                  <a:pt x="151599" y="73584"/>
                </a:lnTo>
                <a:lnTo>
                  <a:pt x="151815" y="59181"/>
                </a:lnTo>
                <a:lnTo>
                  <a:pt x="151815" y="18033"/>
                </a:lnTo>
                <a:close/>
              </a:path>
              <a:path w="714375" h="191135">
                <a:moveTo>
                  <a:pt x="618032" y="14605"/>
                </a:moveTo>
                <a:lnTo>
                  <a:pt x="582015" y="27686"/>
                </a:lnTo>
                <a:lnTo>
                  <a:pt x="567563" y="59943"/>
                </a:lnTo>
                <a:lnTo>
                  <a:pt x="568472" y="69421"/>
                </a:lnTo>
                <a:lnTo>
                  <a:pt x="598363" y="102425"/>
                </a:lnTo>
                <a:lnTo>
                  <a:pt x="618032" y="105663"/>
                </a:lnTo>
                <a:lnTo>
                  <a:pt x="628377" y="104854"/>
                </a:lnTo>
                <a:lnTo>
                  <a:pt x="637828" y="102425"/>
                </a:lnTo>
                <a:lnTo>
                  <a:pt x="646389" y="98377"/>
                </a:lnTo>
                <a:lnTo>
                  <a:pt x="654062" y="92710"/>
                </a:lnTo>
                <a:lnTo>
                  <a:pt x="654295" y="92456"/>
                </a:lnTo>
                <a:lnTo>
                  <a:pt x="618032" y="92456"/>
                </a:lnTo>
                <a:lnTo>
                  <a:pt x="611025" y="91886"/>
                </a:lnTo>
                <a:lnTo>
                  <a:pt x="582803" y="59943"/>
                </a:lnTo>
                <a:lnTo>
                  <a:pt x="582858" y="50418"/>
                </a:lnTo>
                <a:lnTo>
                  <a:pt x="618032" y="27686"/>
                </a:lnTo>
                <a:lnTo>
                  <a:pt x="654011" y="27686"/>
                </a:lnTo>
                <a:lnTo>
                  <a:pt x="646327" y="21945"/>
                </a:lnTo>
                <a:lnTo>
                  <a:pt x="637770" y="17859"/>
                </a:lnTo>
                <a:lnTo>
                  <a:pt x="628339" y="15416"/>
                </a:lnTo>
                <a:lnTo>
                  <a:pt x="618032" y="14605"/>
                </a:lnTo>
                <a:close/>
              </a:path>
              <a:path w="714375" h="191135">
                <a:moveTo>
                  <a:pt x="654011" y="27686"/>
                </a:moveTo>
                <a:lnTo>
                  <a:pt x="618032" y="27686"/>
                </a:lnTo>
                <a:lnTo>
                  <a:pt x="625361" y="28255"/>
                </a:lnTo>
                <a:lnTo>
                  <a:pt x="631917" y="29908"/>
                </a:lnTo>
                <a:lnTo>
                  <a:pt x="637910" y="32722"/>
                </a:lnTo>
                <a:lnTo>
                  <a:pt x="643267" y="36702"/>
                </a:lnTo>
                <a:lnTo>
                  <a:pt x="649998" y="42671"/>
                </a:lnTo>
                <a:lnTo>
                  <a:pt x="653364" y="50418"/>
                </a:lnTo>
                <a:lnTo>
                  <a:pt x="653364" y="59943"/>
                </a:lnTo>
                <a:lnTo>
                  <a:pt x="625212" y="91886"/>
                </a:lnTo>
                <a:lnTo>
                  <a:pt x="618032" y="92456"/>
                </a:lnTo>
                <a:lnTo>
                  <a:pt x="654295" y="92456"/>
                </a:lnTo>
                <a:lnTo>
                  <a:pt x="660382" y="85804"/>
                </a:lnTo>
                <a:lnTo>
                  <a:pt x="664898" y="78041"/>
                </a:lnTo>
                <a:lnTo>
                  <a:pt x="667610" y="69421"/>
                </a:lnTo>
                <a:lnTo>
                  <a:pt x="668515" y="59943"/>
                </a:lnTo>
                <a:lnTo>
                  <a:pt x="667608" y="50796"/>
                </a:lnTo>
                <a:lnTo>
                  <a:pt x="664887" y="42386"/>
                </a:lnTo>
                <a:lnTo>
                  <a:pt x="660355" y="34690"/>
                </a:lnTo>
                <a:lnTo>
                  <a:pt x="654011" y="27686"/>
                </a:lnTo>
                <a:close/>
              </a:path>
              <a:path w="714375" h="191135">
                <a:moveTo>
                  <a:pt x="516178" y="6985"/>
                </a:moveTo>
                <a:lnTo>
                  <a:pt x="398602" y="6985"/>
                </a:lnTo>
                <a:lnTo>
                  <a:pt x="398602" y="75056"/>
                </a:lnTo>
                <a:lnTo>
                  <a:pt x="516178" y="75056"/>
                </a:lnTo>
                <a:lnTo>
                  <a:pt x="516178" y="62102"/>
                </a:lnTo>
                <a:lnTo>
                  <a:pt x="413245" y="62102"/>
                </a:lnTo>
                <a:lnTo>
                  <a:pt x="413245" y="20065"/>
                </a:lnTo>
                <a:lnTo>
                  <a:pt x="516178" y="20065"/>
                </a:lnTo>
                <a:lnTo>
                  <a:pt x="516178" y="6985"/>
                </a:lnTo>
                <a:close/>
              </a:path>
              <a:path w="714375" h="191135">
                <a:moveTo>
                  <a:pt x="516178" y="20065"/>
                </a:moveTo>
                <a:lnTo>
                  <a:pt x="501522" y="20065"/>
                </a:lnTo>
                <a:lnTo>
                  <a:pt x="501522" y="62102"/>
                </a:lnTo>
                <a:lnTo>
                  <a:pt x="516178" y="62102"/>
                </a:lnTo>
                <a:lnTo>
                  <a:pt x="516178" y="20065"/>
                </a:lnTo>
                <a:close/>
              </a:path>
              <a:path w="714375" h="191135">
                <a:moveTo>
                  <a:pt x="272986" y="1777"/>
                </a:moveTo>
                <a:lnTo>
                  <a:pt x="227901" y="11302"/>
                </a:lnTo>
                <a:lnTo>
                  <a:pt x="212013" y="37592"/>
                </a:lnTo>
                <a:lnTo>
                  <a:pt x="212994" y="45354"/>
                </a:lnTo>
                <a:lnTo>
                  <a:pt x="246865" y="70643"/>
                </a:lnTo>
                <a:lnTo>
                  <a:pt x="272986" y="73025"/>
                </a:lnTo>
                <a:lnTo>
                  <a:pt x="286909" y="72429"/>
                </a:lnTo>
                <a:lnTo>
                  <a:pt x="299096" y="70643"/>
                </a:lnTo>
                <a:lnTo>
                  <a:pt x="309546" y="67667"/>
                </a:lnTo>
                <a:lnTo>
                  <a:pt x="318262" y="63500"/>
                </a:lnTo>
                <a:lnTo>
                  <a:pt x="322289" y="60451"/>
                </a:lnTo>
                <a:lnTo>
                  <a:pt x="272986" y="60451"/>
                </a:lnTo>
                <a:lnTo>
                  <a:pt x="262318" y="60071"/>
                </a:lnTo>
                <a:lnTo>
                  <a:pt x="227558" y="44704"/>
                </a:lnTo>
                <a:lnTo>
                  <a:pt x="227558" y="37592"/>
                </a:lnTo>
                <a:lnTo>
                  <a:pt x="230397" y="27424"/>
                </a:lnTo>
                <a:lnTo>
                  <a:pt x="238913" y="20161"/>
                </a:lnTo>
                <a:lnTo>
                  <a:pt x="253110" y="15803"/>
                </a:lnTo>
                <a:lnTo>
                  <a:pt x="272986" y="14350"/>
                </a:lnTo>
                <a:lnTo>
                  <a:pt x="322121" y="14350"/>
                </a:lnTo>
                <a:lnTo>
                  <a:pt x="318058" y="11302"/>
                </a:lnTo>
                <a:lnTo>
                  <a:pt x="309283" y="7135"/>
                </a:lnTo>
                <a:lnTo>
                  <a:pt x="298846" y="4159"/>
                </a:lnTo>
                <a:lnTo>
                  <a:pt x="286747" y="2373"/>
                </a:lnTo>
                <a:lnTo>
                  <a:pt x="272986" y="1777"/>
                </a:lnTo>
                <a:close/>
              </a:path>
              <a:path w="714375" h="191135">
                <a:moveTo>
                  <a:pt x="322121" y="14350"/>
                </a:moveTo>
                <a:lnTo>
                  <a:pt x="272986" y="14350"/>
                </a:lnTo>
                <a:lnTo>
                  <a:pt x="292857" y="15803"/>
                </a:lnTo>
                <a:lnTo>
                  <a:pt x="307054" y="20161"/>
                </a:lnTo>
                <a:lnTo>
                  <a:pt x="315573" y="27424"/>
                </a:lnTo>
                <a:lnTo>
                  <a:pt x="318414" y="37592"/>
                </a:lnTo>
                <a:lnTo>
                  <a:pt x="318414" y="44704"/>
                </a:lnTo>
                <a:lnTo>
                  <a:pt x="272986" y="60451"/>
                </a:lnTo>
                <a:lnTo>
                  <a:pt x="322289" y="60451"/>
                </a:lnTo>
                <a:lnTo>
                  <a:pt x="325122" y="58308"/>
                </a:lnTo>
                <a:lnTo>
                  <a:pt x="330023" y="52260"/>
                </a:lnTo>
                <a:lnTo>
                  <a:pt x="332965" y="45354"/>
                </a:lnTo>
                <a:lnTo>
                  <a:pt x="333946" y="37592"/>
                </a:lnTo>
                <a:lnTo>
                  <a:pt x="332953" y="29662"/>
                </a:lnTo>
                <a:lnTo>
                  <a:pt x="329974" y="22637"/>
                </a:lnTo>
                <a:lnTo>
                  <a:pt x="325009" y="16517"/>
                </a:lnTo>
                <a:lnTo>
                  <a:pt x="322121" y="14350"/>
                </a:lnTo>
                <a:close/>
              </a:path>
              <a:path w="714375" h="191135">
                <a:moveTo>
                  <a:pt x="713943" y="0"/>
                </a:moveTo>
                <a:lnTo>
                  <a:pt x="699185" y="0"/>
                </a:lnTo>
                <a:lnTo>
                  <a:pt x="699185" y="190881"/>
                </a:lnTo>
                <a:lnTo>
                  <a:pt x="713943" y="190881"/>
                </a:lnTo>
                <a:lnTo>
                  <a:pt x="7139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452" y="3425697"/>
            <a:ext cx="1100455" cy="192405"/>
          </a:xfrm>
          <a:custGeom>
            <a:avLst/>
            <a:gdLst/>
            <a:ahLst/>
            <a:cxnLst/>
            <a:rect l="l" t="t" r="r" b="b"/>
            <a:pathLst>
              <a:path w="1100455" h="192404">
                <a:moveTo>
                  <a:pt x="896619" y="120903"/>
                </a:moveTo>
                <a:lnTo>
                  <a:pt x="779183" y="120903"/>
                </a:lnTo>
                <a:lnTo>
                  <a:pt x="779183" y="187197"/>
                </a:lnTo>
                <a:lnTo>
                  <a:pt x="896619" y="187197"/>
                </a:lnTo>
                <a:lnTo>
                  <a:pt x="896619" y="174116"/>
                </a:lnTo>
                <a:lnTo>
                  <a:pt x="793724" y="174116"/>
                </a:lnTo>
                <a:lnTo>
                  <a:pt x="793724" y="133857"/>
                </a:lnTo>
                <a:lnTo>
                  <a:pt x="896619" y="133857"/>
                </a:lnTo>
                <a:lnTo>
                  <a:pt x="896619" y="120903"/>
                </a:lnTo>
                <a:close/>
              </a:path>
              <a:path w="1100455" h="192404">
                <a:moveTo>
                  <a:pt x="896619" y="133857"/>
                </a:moveTo>
                <a:lnTo>
                  <a:pt x="881760" y="133857"/>
                </a:lnTo>
                <a:lnTo>
                  <a:pt x="881760" y="174116"/>
                </a:lnTo>
                <a:lnTo>
                  <a:pt x="896619" y="174116"/>
                </a:lnTo>
                <a:lnTo>
                  <a:pt x="896619" y="133857"/>
                </a:lnTo>
                <a:close/>
              </a:path>
              <a:path w="1100455" h="192404">
                <a:moveTo>
                  <a:pt x="88582" y="119506"/>
                </a:moveTo>
                <a:lnTo>
                  <a:pt x="43192" y="129031"/>
                </a:lnTo>
                <a:lnTo>
                  <a:pt x="27419" y="154812"/>
                </a:lnTo>
                <a:lnTo>
                  <a:pt x="28402" y="162669"/>
                </a:lnTo>
                <a:lnTo>
                  <a:pt x="62377" y="188118"/>
                </a:lnTo>
                <a:lnTo>
                  <a:pt x="88582" y="190499"/>
                </a:lnTo>
                <a:lnTo>
                  <a:pt x="102551" y="189904"/>
                </a:lnTo>
                <a:lnTo>
                  <a:pt x="114777" y="188118"/>
                </a:lnTo>
                <a:lnTo>
                  <a:pt x="125263" y="185142"/>
                </a:lnTo>
                <a:lnTo>
                  <a:pt x="134010" y="180974"/>
                </a:lnTo>
                <a:lnTo>
                  <a:pt x="138035" y="177926"/>
                </a:lnTo>
                <a:lnTo>
                  <a:pt x="88582" y="177926"/>
                </a:lnTo>
                <a:lnTo>
                  <a:pt x="78059" y="177546"/>
                </a:lnTo>
                <a:lnTo>
                  <a:pt x="42748" y="162051"/>
                </a:lnTo>
                <a:lnTo>
                  <a:pt x="42748" y="147573"/>
                </a:lnTo>
                <a:lnTo>
                  <a:pt x="77902" y="132459"/>
                </a:lnTo>
                <a:lnTo>
                  <a:pt x="88582" y="132079"/>
                </a:lnTo>
                <a:lnTo>
                  <a:pt x="138070" y="132079"/>
                </a:lnTo>
                <a:lnTo>
                  <a:pt x="133959" y="129031"/>
                </a:lnTo>
                <a:lnTo>
                  <a:pt x="125201" y="124864"/>
                </a:lnTo>
                <a:lnTo>
                  <a:pt x="114719" y="121888"/>
                </a:lnTo>
                <a:lnTo>
                  <a:pt x="102512" y="120102"/>
                </a:lnTo>
                <a:lnTo>
                  <a:pt x="88582" y="119506"/>
                </a:lnTo>
                <a:close/>
              </a:path>
              <a:path w="1100455" h="192404">
                <a:moveTo>
                  <a:pt x="138070" y="132079"/>
                </a:moveTo>
                <a:lnTo>
                  <a:pt x="88582" y="132079"/>
                </a:lnTo>
                <a:lnTo>
                  <a:pt x="99216" y="132459"/>
                </a:lnTo>
                <a:lnTo>
                  <a:pt x="108469" y="133588"/>
                </a:lnTo>
                <a:lnTo>
                  <a:pt x="116337" y="135455"/>
                </a:lnTo>
                <a:lnTo>
                  <a:pt x="122821" y="138048"/>
                </a:lnTo>
                <a:lnTo>
                  <a:pt x="130543" y="142112"/>
                </a:lnTo>
                <a:lnTo>
                  <a:pt x="134404" y="147573"/>
                </a:lnTo>
                <a:lnTo>
                  <a:pt x="134404" y="162051"/>
                </a:lnTo>
                <a:lnTo>
                  <a:pt x="99060" y="177546"/>
                </a:lnTo>
                <a:lnTo>
                  <a:pt x="88582" y="177926"/>
                </a:lnTo>
                <a:lnTo>
                  <a:pt x="138035" y="177926"/>
                </a:lnTo>
                <a:lnTo>
                  <a:pt x="140894" y="175762"/>
                </a:lnTo>
                <a:lnTo>
                  <a:pt x="145811" y="169656"/>
                </a:lnTo>
                <a:lnTo>
                  <a:pt x="148762" y="162669"/>
                </a:lnTo>
                <a:lnTo>
                  <a:pt x="149745" y="154812"/>
                </a:lnTo>
                <a:lnTo>
                  <a:pt x="148757" y="147052"/>
                </a:lnTo>
                <a:lnTo>
                  <a:pt x="145796" y="140160"/>
                </a:lnTo>
                <a:lnTo>
                  <a:pt x="140862" y="134149"/>
                </a:lnTo>
                <a:lnTo>
                  <a:pt x="138070" y="132079"/>
                </a:lnTo>
                <a:close/>
              </a:path>
              <a:path w="1100455" h="192404">
                <a:moveTo>
                  <a:pt x="1012571" y="116839"/>
                </a:moveTo>
                <a:lnTo>
                  <a:pt x="966597" y="127126"/>
                </a:lnTo>
                <a:lnTo>
                  <a:pt x="950468" y="153796"/>
                </a:lnTo>
                <a:lnTo>
                  <a:pt x="951396" y="161035"/>
                </a:lnTo>
                <a:lnTo>
                  <a:pt x="986202" y="188309"/>
                </a:lnTo>
                <a:lnTo>
                  <a:pt x="1012571" y="190880"/>
                </a:lnTo>
                <a:lnTo>
                  <a:pt x="1026668" y="190238"/>
                </a:lnTo>
                <a:lnTo>
                  <a:pt x="1039050" y="188309"/>
                </a:lnTo>
                <a:lnTo>
                  <a:pt x="1049718" y="185094"/>
                </a:lnTo>
                <a:lnTo>
                  <a:pt x="1058672" y="180593"/>
                </a:lnTo>
                <a:lnTo>
                  <a:pt x="1061598" y="178307"/>
                </a:lnTo>
                <a:lnTo>
                  <a:pt x="1012571" y="178307"/>
                </a:lnTo>
                <a:lnTo>
                  <a:pt x="1002141" y="177881"/>
                </a:lnTo>
                <a:lnTo>
                  <a:pt x="966216" y="161162"/>
                </a:lnTo>
                <a:lnTo>
                  <a:pt x="966216" y="146557"/>
                </a:lnTo>
                <a:lnTo>
                  <a:pt x="1002141" y="129839"/>
                </a:lnTo>
                <a:lnTo>
                  <a:pt x="1012571" y="129412"/>
                </a:lnTo>
                <a:lnTo>
                  <a:pt x="1061502" y="129412"/>
                </a:lnTo>
                <a:lnTo>
                  <a:pt x="1058545" y="127126"/>
                </a:lnTo>
                <a:lnTo>
                  <a:pt x="1049593" y="122626"/>
                </a:lnTo>
                <a:lnTo>
                  <a:pt x="1038939" y="119411"/>
                </a:lnTo>
                <a:lnTo>
                  <a:pt x="1026594" y="117482"/>
                </a:lnTo>
                <a:lnTo>
                  <a:pt x="1012571" y="116839"/>
                </a:lnTo>
                <a:close/>
              </a:path>
              <a:path w="1100455" h="192404">
                <a:moveTo>
                  <a:pt x="1061502" y="129412"/>
                </a:moveTo>
                <a:lnTo>
                  <a:pt x="1012571" y="129412"/>
                </a:lnTo>
                <a:lnTo>
                  <a:pt x="1023094" y="129839"/>
                </a:lnTo>
                <a:lnTo>
                  <a:pt x="1032367" y="131111"/>
                </a:lnTo>
                <a:lnTo>
                  <a:pt x="1040378" y="133217"/>
                </a:lnTo>
                <a:lnTo>
                  <a:pt x="1047115" y="136143"/>
                </a:lnTo>
                <a:lnTo>
                  <a:pt x="1055243" y="140715"/>
                </a:lnTo>
                <a:lnTo>
                  <a:pt x="1059307" y="146557"/>
                </a:lnTo>
                <a:lnTo>
                  <a:pt x="1059220" y="161162"/>
                </a:lnTo>
                <a:lnTo>
                  <a:pt x="1023094" y="177881"/>
                </a:lnTo>
                <a:lnTo>
                  <a:pt x="1012571" y="178307"/>
                </a:lnTo>
                <a:lnTo>
                  <a:pt x="1061598" y="178307"/>
                </a:lnTo>
                <a:lnTo>
                  <a:pt x="1065746" y="175067"/>
                </a:lnTo>
                <a:lnTo>
                  <a:pt x="1070784" y="168767"/>
                </a:lnTo>
                <a:lnTo>
                  <a:pt x="1073798" y="161680"/>
                </a:lnTo>
                <a:lnTo>
                  <a:pt x="1074801" y="153796"/>
                </a:lnTo>
                <a:lnTo>
                  <a:pt x="1073796" y="145986"/>
                </a:lnTo>
                <a:lnTo>
                  <a:pt x="1070768" y="138937"/>
                </a:lnTo>
                <a:lnTo>
                  <a:pt x="1065692" y="132651"/>
                </a:lnTo>
                <a:lnTo>
                  <a:pt x="1061502" y="129412"/>
                </a:lnTo>
                <a:close/>
              </a:path>
              <a:path w="1100455" h="192404">
                <a:moveTo>
                  <a:pt x="336029" y="111759"/>
                </a:moveTo>
                <a:lnTo>
                  <a:pt x="215582" y="111759"/>
                </a:lnTo>
                <a:lnTo>
                  <a:pt x="215582" y="124713"/>
                </a:lnTo>
                <a:lnTo>
                  <a:pt x="321373" y="124713"/>
                </a:lnTo>
                <a:lnTo>
                  <a:pt x="321373" y="142366"/>
                </a:lnTo>
                <a:lnTo>
                  <a:pt x="215582" y="142366"/>
                </a:lnTo>
                <a:lnTo>
                  <a:pt x="215582" y="186816"/>
                </a:lnTo>
                <a:lnTo>
                  <a:pt x="341071" y="186816"/>
                </a:lnTo>
                <a:lnTo>
                  <a:pt x="341071" y="173862"/>
                </a:lnTo>
                <a:lnTo>
                  <a:pt x="230428" y="173862"/>
                </a:lnTo>
                <a:lnTo>
                  <a:pt x="230428" y="155193"/>
                </a:lnTo>
                <a:lnTo>
                  <a:pt x="336029" y="155193"/>
                </a:lnTo>
                <a:lnTo>
                  <a:pt x="336029" y="111759"/>
                </a:lnTo>
                <a:close/>
              </a:path>
              <a:path w="1100455" h="192404">
                <a:moveTo>
                  <a:pt x="701166" y="129793"/>
                </a:moveTo>
                <a:lnTo>
                  <a:pt x="578345" y="129793"/>
                </a:lnTo>
                <a:lnTo>
                  <a:pt x="578345" y="143001"/>
                </a:lnTo>
                <a:lnTo>
                  <a:pt x="686422" y="143001"/>
                </a:lnTo>
                <a:lnTo>
                  <a:pt x="686422" y="192404"/>
                </a:lnTo>
                <a:lnTo>
                  <a:pt x="701166" y="192404"/>
                </a:lnTo>
                <a:lnTo>
                  <a:pt x="701166" y="129793"/>
                </a:lnTo>
                <a:close/>
              </a:path>
              <a:path w="1100455" h="192404">
                <a:moveTo>
                  <a:pt x="618731" y="104520"/>
                </a:moveTo>
                <a:lnTo>
                  <a:pt x="603885" y="104520"/>
                </a:lnTo>
                <a:lnTo>
                  <a:pt x="603885" y="129793"/>
                </a:lnTo>
                <a:lnTo>
                  <a:pt x="618731" y="129793"/>
                </a:lnTo>
                <a:lnTo>
                  <a:pt x="618731" y="104520"/>
                </a:lnTo>
                <a:close/>
              </a:path>
              <a:path w="1100455" h="192404">
                <a:moveTo>
                  <a:pt x="679691" y="104520"/>
                </a:moveTo>
                <a:lnTo>
                  <a:pt x="664844" y="104520"/>
                </a:lnTo>
                <a:lnTo>
                  <a:pt x="664844" y="129793"/>
                </a:lnTo>
                <a:lnTo>
                  <a:pt x="679691" y="129793"/>
                </a:lnTo>
                <a:lnTo>
                  <a:pt x="679691" y="104520"/>
                </a:lnTo>
                <a:close/>
              </a:path>
              <a:path w="1100455" h="192404">
                <a:moveTo>
                  <a:pt x="730364" y="91058"/>
                </a:moveTo>
                <a:lnTo>
                  <a:pt x="553212" y="91058"/>
                </a:lnTo>
                <a:lnTo>
                  <a:pt x="553212" y="104520"/>
                </a:lnTo>
                <a:lnTo>
                  <a:pt x="730364" y="104520"/>
                </a:lnTo>
                <a:lnTo>
                  <a:pt x="730364" y="91058"/>
                </a:lnTo>
                <a:close/>
              </a:path>
              <a:path w="1100455" h="192404">
                <a:moveTo>
                  <a:pt x="545960" y="146684"/>
                </a:moveTo>
                <a:lnTo>
                  <a:pt x="368808" y="146684"/>
                </a:lnTo>
                <a:lnTo>
                  <a:pt x="368808" y="160146"/>
                </a:lnTo>
                <a:lnTo>
                  <a:pt x="545960" y="160146"/>
                </a:lnTo>
                <a:lnTo>
                  <a:pt x="545960" y="146684"/>
                </a:lnTo>
                <a:close/>
              </a:path>
              <a:path w="1100455" h="192404">
                <a:moveTo>
                  <a:pt x="429183" y="81787"/>
                </a:moveTo>
                <a:lnTo>
                  <a:pt x="414629" y="81787"/>
                </a:lnTo>
                <a:lnTo>
                  <a:pt x="414629" y="146684"/>
                </a:lnTo>
                <a:lnTo>
                  <a:pt x="429183" y="146684"/>
                </a:lnTo>
                <a:lnTo>
                  <a:pt x="429183" y="81787"/>
                </a:lnTo>
                <a:close/>
              </a:path>
              <a:path w="1100455" h="192404">
                <a:moveTo>
                  <a:pt x="477672" y="81787"/>
                </a:moveTo>
                <a:lnTo>
                  <a:pt x="463029" y="81787"/>
                </a:lnTo>
                <a:lnTo>
                  <a:pt x="463029" y="146684"/>
                </a:lnTo>
                <a:lnTo>
                  <a:pt x="477672" y="146684"/>
                </a:lnTo>
                <a:lnTo>
                  <a:pt x="477672" y="81787"/>
                </a:lnTo>
                <a:close/>
              </a:path>
              <a:path w="1100455" h="192404">
                <a:moveTo>
                  <a:pt x="520623" y="19557"/>
                </a:moveTo>
                <a:lnTo>
                  <a:pt x="391871" y="19557"/>
                </a:lnTo>
                <a:lnTo>
                  <a:pt x="391871" y="32893"/>
                </a:lnTo>
                <a:lnTo>
                  <a:pt x="505383" y="32893"/>
                </a:lnTo>
                <a:lnTo>
                  <a:pt x="505383" y="60706"/>
                </a:lnTo>
                <a:lnTo>
                  <a:pt x="505210" y="76565"/>
                </a:lnTo>
                <a:lnTo>
                  <a:pt x="504690" y="91947"/>
                </a:lnTo>
                <a:lnTo>
                  <a:pt x="503824" y="106854"/>
                </a:lnTo>
                <a:lnTo>
                  <a:pt x="502615" y="121284"/>
                </a:lnTo>
                <a:lnTo>
                  <a:pt x="517169" y="122935"/>
                </a:lnTo>
                <a:lnTo>
                  <a:pt x="518678" y="106247"/>
                </a:lnTo>
                <a:lnTo>
                  <a:pt x="519758" y="90296"/>
                </a:lnTo>
                <a:lnTo>
                  <a:pt x="520407" y="75108"/>
                </a:lnTo>
                <a:lnTo>
                  <a:pt x="520623" y="60706"/>
                </a:lnTo>
                <a:lnTo>
                  <a:pt x="520623" y="19557"/>
                </a:lnTo>
                <a:close/>
              </a:path>
              <a:path w="1100455" h="192404">
                <a:moveTo>
                  <a:pt x="177152" y="92836"/>
                </a:moveTo>
                <a:lnTo>
                  <a:pt x="0" y="92836"/>
                </a:lnTo>
                <a:lnTo>
                  <a:pt x="0" y="105917"/>
                </a:lnTo>
                <a:lnTo>
                  <a:pt x="177152" y="105917"/>
                </a:lnTo>
                <a:lnTo>
                  <a:pt x="177152" y="92836"/>
                </a:lnTo>
                <a:close/>
              </a:path>
              <a:path w="1100455" h="192404">
                <a:moveTo>
                  <a:pt x="96100" y="66928"/>
                </a:moveTo>
                <a:lnTo>
                  <a:pt x="81051" y="66928"/>
                </a:lnTo>
                <a:lnTo>
                  <a:pt x="81051" y="92836"/>
                </a:lnTo>
                <a:lnTo>
                  <a:pt x="96100" y="92836"/>
                </a:lnTo>
                <a:lnTo>
                  <a:pt x="96100" y="66928"/>
                </a:lnTo>
                <a:close/>
              </a:path>
              <a:path w="1100455" h="192404">
                <a:moveTo>
                  <a:pt x="107969" y="43560"/>
                </a:moveTo>
                <a:lnTo>
                  <a:pt x="88773" y="43560"/>
                </a:lnTo>
                <a:lnTo>
                  <a:pt x="92999" y="48371"/>
                </a:lnTo>
                <a:lnTo>
                  <a:pt x="128126" y="68103"/>
                </a:lnTo>
                <a:lnTo>
                  <a:pt x="160324" y="75945"/>
                </a:lnTo>
                <a:lnTo>
                  <a:pt x="167855" y="62102"/>
                </a:lnTo>
                <a:lnTo>
                  <a:pt x="157275" y="61553"/>
                </a:lnTo>
                <a:lnTo>
                  <a:pt x="146623" y="59896"/>
                </a:lnTo>
                <a:lnTo>
                  <a:pt x="135896" y="57120"/>
                </a:lnTo>
                <a:lnTo>
                  <a:pt x="125095" y="53212"/>
                </a:lnTo>
                <a:lnTo>
                  <a:pt x="115240" y="48454"/>
                </a:lnTo>
                <a:lnTo>
                  <a:pt x="107969" y="43560"/>
                </a:lnTo>
                <a:close/>
              </a:path>
              <a:path w="1100455" h="192404">
                <a:moveTo>
                  <a:pt x="97485" y="30987"/>
                </a:moveTo>
                <a:lnTo>
                  <a:pt x="79667" y="30987"/>
                </a:lnTo>
                <a:lnTo>
                  <a:pt x="75754" y="37246"/>
                </a:lnTo>
                <a:lnTo>
                  <a:pt x="69848" y="43052"/>
                </a:lnTo>
                <a:lnTo>
                  <a:pt x="30481" y="60071"/>
                </a:lnTo>
                <a:lnTo>
                  <a:pt x="9296" y="62356"/>
                </a:lnTo>
                <a:lnTo>
                  <a:pt x="17818" y="75818"/>
                </a:lnTo>
                <a:lnTo>
                  <a:pt x="60325" y="63626"/>
                </a:lnTo>
                <a:lnTo>
                  <a:pt x="88773" y="43560"/>
                </a:lnTo>
                <a:lnTo>
                  <a:pt x="107969" y="43560"/>
                </a:lnTo>
                <a:lnTo>
                  <a:pt x="107356" y="43148"/>
                </a:lnTo>
                <a:lnTo>
                  <a:pt x="101438" y="37318"/>
                </a:lnTo>
                <a:lnTo>
                  <a:pt x="97485" y="30987"/>
                </a:lnTo>
                <a:close/>
              </a:path>
              <a:path w="1100455" h="192404">
                <a:moveTo>
                  <a:pt x="156476" y="17779"/>
                </a:moveTo>
                <a:lnTo>
                  <a:pt x="20688" y="17779"/>
                </a:lnTo>
                <a:lnTo>
                  <a:pt x="20688" y="30987"/>
                </a:lnTo>
                <a:lnTo>
                  <a:pt x="156476" y="30987"/>
                </a:lnTo>
                <a:lnTo>
                  <a:pt x="156476" y="17779"/>
                </a:lnTo>
                <a:close/>
              </a:path>
              <a:path w="1100455" h="192404">
                <a:moveTo>
                  <a:pt x="96291" y="0"/>
                </a:moveTo>
                <a:lnTo>
                  <a:pt x="81254" y="0"/>
                </a:lnTo>
                <a:lnTo>
                  <a:pt x="81254" y="17779"/>
                </a:lnTo>
                <a:lnTo>
                  <a:pt x="96291" y="17779"/>
                </a:lnTo>
                <a:lnTo>
                  <a:pt x="96291" y="0"/>
                </a:lnTo>
                <a:close/>
              </a:path>
              <a:path w="1100455" h="192404">
                <a:moveTo>
                  <a:pt x="244779" y="46989"/>
                </a:moveTo>
                <a:lnTo>
                  <a:pt x="230022" y="46989"/>
                </a:lnTo>
                <a:lnTo>
                  <a:pt x="230022" y="82168"/>
                </a:lnTo>
                <a:lnTo>
                  <a:pt x="207487" y="82629"/>
                </a:lnTo>
                <a:lnTo>
                  <a:pt x="183210" y="82803"/>
                </a:lnTo>
                <a:lnTo>
                  <a:pt x="184594" y="96011"/>
                </a:lnTo>
                <a:lnTo>
                  <a:pt x="216460" y="95801"/>
                </a:lnTo>
                <a:lnTo>
                  <a:pt x="247519" y="95186"/>
                </a:lnTo>
                <a:lnTo>
                  <a:pt x="277774" y="94190"/>
                </a:lnTo>
                <a:lnTo>
                  <a:pt x="307225" y="92836"/>
                </a:lnTo>
                <a:lnTo>
                  <a:pt x="306563" y="82041"/>
                </a:lnTo>
                <a:lnTo>
                  <a:pt x="244779" y="82041"/>
                </a:lnTo>
                <a:lnTo>
                  <a:pt x="244779" y="46989"/>
                </a:lnTo>
                <a:close/>
              </a:path>
              <a:path w="1100455" h="192404">
                <a:moveTo>
                  <a:pt x="306438" y="80009"/>
                </a:moveTo>
                <a:lnTo>
                  <a:pt x="293412" y="80702"/>
                </a:lnTo>
                <a:lnTo>
                  <a:pt x="278795" y="81264"/>
                </a:lnTo>
                <a:lnTo>
                  <a:pt x="244779" y="82041"/>
                </a:lnTo>
                <a:lnTo>
                  <a:pt x="306563" y="82041"/>
                </a:lnTo>
                <a:lnTo>
                  <a:pt x="306438" y="80009"/>
                </a:lnTo>
                <a:close/>
              </a:path>
              <a:path w="1100455" h="192404">
                <a:moveTo>
                  <a:pt x="294259" y="9270"/>
                </a:moveTo>
                <a:lnTo>
                  <a:pt x="200634" y="9270"/>
                </a:lnTo>
                <a:lnTo>
                  <a:pt x="200634" y="22478"/>
                </a:lnTo>
                <a:lnTo>
                  <a:pt x="279704" y="22478"/>
                </a:lnTo>
                <a:lnTo>
                  <a:pt x="279538" y="30789"/>
                </a:lnTo>
                <a:lnTo>
                  <a:pt x="279038" y="41052"/>
                </a:lnTo>
                <a:lnTo>
                  <a:pt x="278204" y="53268"/>
                </a:lnTo>
                <a:lnTo>
                  <a:pt x="277037" y="67437"/>
                </a:lnTo>
                <a:lnTo>
                  <a:pt x="291185" y="68452"/>
                </a:lnTo>
                <a:lnTo>
                  <a:pt x="292533" y="54401"/>
                </a:lnTo>
                <a:lnTo>
                  <a:pt x="293493" y="39862"/>
                </a:lnTo>
                <a:lnTo>
                  <a:pt x="294068" y="24822"/>
                </a:lnTo>
                <a:lnTo>
                  <a:pt x="294259" y="9270"/>
                </a:lnTo>
                <a:close/>
              </a:path>
              <a:path w="1100455" h="192404">
                <a:moveTo>
                  <a:pt x="641794" y="3301"/>
                </a:moveTo>
                <a:lnTo>
                  <a:pt x="596709" y="12826"/>
                </a:lnTo>
                <a:lnTo>
                  <a:pt x="580821" y="39115"/>
                </a:lnTo>
                <a:lnTo>
                  <a:pt x="581802" y="46878"/>
                </a:lnTo>
                <a:lnTo>
                  <a:pt x="615673" y="72167"/>
                </a:lnTo>
                <a:lnTo>
                  <a:pt x="641794" y="74549"/>
                </a:lnTo>
                <a:lnTo>
                  <a:pt x="655717" y="73953"/>
                </a:lnTo>
                <a:lnTo>
                  <a:pt x="667904" y="72167"/>
                </a:lnTo>
                <a:lnTo>
                  <a:pt x="678354" y="69191"/>
                </a:lnTo>
                <a:lnTo>
                  <a:pt x="687069" y="65024"/>
                </a:lnTo>
                <a:lnTo>
                  <a:pt x="691097" y="61975"/>
                </a:lnTo>
                <a:lnTo>
                  <a:pt x="641794" y="61975"/>
                </a:lnTo>
                <a:lnTo>
                  <a:pt x="631126" y="61594"/>
                </a:lnTo>
                <a:lnTo>
                  <a:pt x="596366" y="46227"/>
                </a:lnTo>
                <a:lnTo>
                  <a:pt x="596366" y="39115"/>
                </a:lnTo>
                <a:lnTo>
                  <a:pt x="599205" y="28948"/>
                </a:lnTo>
                <a:lnTo>
                  <a:pt x="607721" y="21685"/>
                </a:lnTo>
                <a:lnTo>
                  <a:pt x="621918" y="17327"/>
                </a:lnTo>
                <a:lnTo>
                  <a:pt x="641794" y="15875"/>
                </a:lnTo>
                <a:lnTo>
                  <a:pt x="690929" y="15875"/>
                </a:lnTo>
                <a:lnTo>
                  <a:pt x="686866" y="12826"/>
                </a:lnTo>
                <a:lnTo>
                  <a:pt x="678091" y="8659"/>
                </a:lnTo>
                <a:lnTo>
                  <a:pt x="667654" y="5683"/>
                </a:lnTo>
                <a:lnTo>
                  <a:pt x="655555" y="3897"/>
                </a:lnTo>
                <a:lnTo>
                  <a:pt x="641794" y="3301"/>
                </a:lnTo>
                <a:close/>
              </a:path>
              <a:path w="1100455" h="192404">
                <a:moveTo>
                  <a:pt x="690929" y="15875"/>
                </a:moveTo>
                <a:lnTo>
                  <a:pt x="641794" y="15875"/>
                </a:lnTo>
                <a:lnTo>
                  <a:pt x="661665" y="17327"/>
                </a:lnTo>
                <a:lnTo>
                  <a:pt x="675862" y="21685"/>
                </a:lnTo>
                <a:lnTo>
                  <a:pt x="684381" y="28948"/>
                </a:lnTo>
                <a:lnTo>
                  <a:pt x="687222" y="39115"/>
                </a:lnTo>
                <a:lnTo>
                  <a:pt x="687222" y="46227"/>
                </a:lnTo>
                <a:lnTo>
                  <a:pt x="641794" y="61975"/>
                </a:lnTo>
                <a:lnTo>
                  <a:pt x="691097" y="61975"/>
                </a:lnTo>
                <a:lnTo>
                  <a:pt x="693930" y="59832"/>
                </a:lnTo>
                <a:lnTo>
                  <a:pt x="698831" y="53784"/>
                </a:lnTo>
                <a:lnTo>
                  <a:pt x="701773" y="46878"/>
                </a:lnTo>
                <a:lnTo>
                  <a:pt x="702754" y="39115"/>
                </a:lnTo>
                <a:lnTo>
                  <a:pt x="701761" y="31186"/>
                </a:lnTo>
                <a:lnTo>
                  <a:pt x="698782" y="24161"/>
                </a:lnTo>
                <a:lnTo>
                  <a:pt x="693817" y="18041"/>
                </a:lnTo>
                <a:lnTo>
                  <a:pt x="690929" y="15875"/>
                </a:lnTo>
                <a:close/>
              </a:path>
              <a:path w="1100455" h="192404">
                <a:moveTo>
                  <a:pt x="851154" y="11429"/>
                </a:moveTo>
                <a:lnTo>
                  <a:pt x="759485" y="11429"/>
                </a:lnTo>
                <a:lnTo>
                  <a:pt x="759485" y="99186"/>
                </a:lnTo>
                <a:lnTo>
                  <a:pt x="789508" y="99044"/>
                </a:lnTo>
                <a:lnTo>
                  <a:pt x="816043" y="98615"/>
                </a:lnTo>
                <a:lnTo>
                  <a:pt x="839089" y="97901"/>
                </a:lnTo>
                <a:lnTo>
                  <a:pt x="858647" y="96900"/>
                </a:lnTo>
                <a:lnTo>
                  <a:pt x="857883" y="86106"/>
                </a:lnTo>
                <a:lnTo>
                  <a:pt x="774331" y="86106"/>
                </a:lnTo>
                <a:lnTo>
                  <a:pt x="774331" y="61087"/>
                </a:lnTo>
                <a:lnTo>
                  <a:pt x="841375" y="61087"/>
                </a:lnTo>
                <a:lnTo>
                  <a:pt x="841375" y="48387"/>
                </a:lnTo>
                <a:lnTo>
                  <a:pt x="774331" y="48387"/>
                </a:lnTo>
                <a:lnTo>
                  <a:pt x="774331" y="24637"/>
                </a:lnTo>
                <a:lnTo>
                  <a:pt x="851154" y="24637"/>
                </a:lnTo>
                <a:lnTo>
                  <a:pt x="851154" y="11429"/>
                </a:lnTo>
                <a:close/>
              </a:path>
              <a:path w="1100455" h="192404">
                <a:moveTo>
                  <a:pt x="857758" y="84327"/>
                </a:moveTo>
                <a:lnTo>
                  <a:pt x="844508" y="85088"/>
                </a:lnTo>
                <a:lnTo>
                  <a:pt x="828374" y="85645"/>
                </a:lnTo>
                <a:lnTo>
                  <a:pt x="809343" y="85988"/>
                </a:lnTo>
                <a:lnTo>
                  <a:pt x="787400" y="86106"/>
                </a:lnTo>
                <a:lnTo>
                  <a:pt x="857883" y="86106"/>
                </a:lnTo>
                <a:lnTo>
                  <a:pt x="857758" y="84327"/>
                </a:lnTo>
                <a:close/>
              </a:path>
              <a:path w="1100455" h="192404">
                <a:moveTo>
                  <a:pt x="985266" y="23240"/>
                </a:moveTo>
                <a:lnTo>
                  <a:pt x="971169" y="23240"/>
                </a:lnTo>
                <a:lnTo>
                  <a:pt x="971169" y="28066"/>
                </a:lnTo>
                <a:lnTo>
                  <a:pt x="970289" y="38141"/>
                </a:lnTo>
                <a:lnTo>
                  <a:pt x="949741" y="75866"/>
                </a:lnTo>
                <a:lnTo>
                  <a:pt x="922274" y="96011"/>
                </a:lnTo>
                <a:lnTo>
                  <a:pt x="932941" y="106171"/>
                </a:lnTo>
                <a:lnTo>
                  <a:pt x="966015" y="77321"/>
                </a:lnTo>
                <a:lnTo>
                  <a:pt x="978535" y="57657"/>
                </a:lnTo>
                <a:lnTo>
                  <a:pt x="994499" y="57657"/>
                </a:lnTo>
                <a:lnTo>
                  <a:pt x="993195" y="55784"/>
                </a:lnTo>
                <a:lnTo>
                  <a:pt x="988790" y="46735"/>
                </a:lnTo>
                <a:lnTo>
                  <a:pt x="986147" y="37496"/>
                </a:lnTo>
                <a:lnTo>
                  <a:pt x="985266" y="28066"/>
                </a:lnTo>
                <a:lnTo>
                  <a:pt x="985266" y="23240"/>
                </a:lnTo>
                <a:close/>
              </a:path>
              <a:path w="1100455" h="192404">
                <a:moveTo>
                  <a:pt x="994499" y="57657"/>
                </a:moveTo>
                <a:lnTo>
                  <a:pt x="978535" y="57657"/>
                </a:lnTo>
                <a:lnTo>
                  <a:pt x="981630" y="63210"/>
                </a:lnTo>
                <a:lnTo>
                  <a:pt x="1010523" y="92963"/>
                </a:lnTo>
                <a:lnTo>
                  <a:pt x="1023366" y="101345"/>
                </a:lnTo>
                <a:lnTo>
                  <a:pt x="1033018" y="90550"/>
                </a:lnTo>
                <a:lnTo>
                  <a:pt x="1023562" y="85788"/>
                </a:lnTo>
                <a:lnTo>
                  <a:pt x="1014809" y="79882"/>
                </a:lnTo>
                <a:lnTo>
                  <a:pt x="1006746" y="72834"/>
                </a:lnTo>
                <a:lnTo>
                  <a:pt x="999363" y="64643"/>
                </a:lnTo>
                <a:lnTo>
                  <a:pt x="994499" y="57657"/>
                </a:lnTo>
                <a:close/>
              </a:path>
              <a:path w="1100455" h="192404">
                <a:moveTo>
                  <a:pt x="1027430" y="10032"/>
                </a:moveTo>
                <a:lnTo>
                  <a:pt x="929005" y="10032"/>
                </a:lnTo>
                <a:lnTo>
                  <a:pt x="929005" y="23240"/>
                </a:lnTo>
                <a:lnTo>
                  <a:pt x="1027430" y="23240"/>
                </a:lnTo>
                <a:lnTo>
                  <a:pt x="1027430" y="10032"/>
                </a:lnTo>
                <a:close/>
              </a:path>
              <a:path w="1100455" h="192404">
                <a:moveTo>
                  <a:pt x="1071626" y="1524"/>
                </a:moveTo>
                <a:lnTo>
                  <a:pt x="1056767" y="1524"/>
                </a:lnTo>
                <a:lnTo>
                  <a:pt x="1056767" y="111632"/>
                </a:lnTo>
                <a:lnTo>
                  <a:pt x="1071626" y="111632"/>
                </a:lnTo>
                <a:lnTo>
                  <a:pt x="1071626" y="67309"/>
                </a:lnTo>
                <a:lnTo>
                  <a:pt x="1100328" y="67309"/>
                </a:lnTo>
                <a:lnTo>
                  <a:pt x="1100328" y="53847"/>
                </a:lnTo>
                <a:lnTo>
                  <a:pt x="1071626" y="53847"/>
                </a:lnTo>
                <a:lnTo>
                  <a:pt x="1071626" y="1524"/>
                </a:lnTo>
                <a:close/>
              </a:path>
              <a:path w="1100455" h="192404">
                <a:moveTo>
                  <a:pt x="896619" y="1524"/>
                </a:moveTo>
                <a:lnTo>
                  <a:pt x="881760" y="1524"/>
                </a:lnTo>
                <a:lnTo>
                  <a:pt x="881760" y="110362"/>
                </a:lnTo>
                <a:lnTo>
                  <a:pt x="896619" y="110362"/>
                </a:lnTo>
                <a:lnTo>
                  <a:pt x="896619" y="1524"/>
                </a:lnTo>
                <a:close/>
              </a:path>
              <a:path w="1100455" h="192404">
                <a:moveTo>
                  <a:pt x="336029" y="1524"/>
                </a:moveTo>
                <a:lnTo>
                  <a:pt x="321183" y="1524"/>
                </a:lnTo>
                <a:lnTo>
                  <a:pt x="321183" y="101472"/>
                </a:lnTo>
                <a:lnTo>
                  <a:pt x="336029" y="101472"/>
                </a:lnTo>
                <a:lnTo>
                  <a:pt x="336029" y="65531"/>
                </a:lnTo>
                <a:lnTo>
                  <a:pt x="364629" y="65531"/>
                </a:lnTo>
                <a:lnTo>
                  <a:pt x="364629" y="52450"/>
                </a:lnTo>
                <a:lnTo>
                  <a:pt x="336029" y="52450"/>
                </a:lnTo>
                <a:lnTo>
                  <a:pt x="336029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04644" y="3494023"/>
            <a:ext cx="22225" cy="108585"/>
          </a:xfrm>
          <a:custGeom>
            <a:avLst/>
            <a:gdLst/>
            <a:ahLst/>
            <a:cxnLst/>
            <a:rect l="l" t="t" r="r" b="b"/>
            <a:pathLst>
              <a:path w="22225" h="108585">
                <a:moveTo>
                  <a:pt x="13843" y="86487"/>
                </a:moveTo>
                <a:lnTo>
                  <a:pt x="8001" y="86487"/>
                </a:lnTo>
                <a:lnTo>
                  <a:pt x="5461" y="87629"/>
                </a:lnTo>
                <a:lnTo>
                  <a:pt x="1143" y="91947"/>
                </a:lnTo>
                <a:lnTo>
                  <a:pt x="0" y="94487"/>
                </a:lnTo>
                <a:lnTo>
                  <a:pt x="0" y="100710"/>
                </a:lnTo>
                <a:lnTo>
                  <a:pt x="1143" y="103250"/>
                </a:lnTo>
                <a:lnTo>
                  <a:pt x="5461" y="107568"/>
                </a:lnTo>
                <a:lnTo>
                  <a:pt x="8001" y="108584"/>
                </a:lnTo>
                <a:lnTo>
                  <a:pt x="13843" y="108584"/>
                </a:lnTo>
                <a:lnTo>
                  <a:pt x="16510" y="107441"/>
                </a:lnTo>
                <a:lnTo>
                  <a:pt x="18542" y="105282"/>
                </a:lnTo>
                <a:lnTo>
                  <a:pt x="20701" y="103123"/>
                </a:lnTo>
                <a:lnTo>
                  <a:pt x="21735" y="100710"/>
                </a:lnTo>
                <a:lnTo>
                  <a:pt x="21843" y="94487"/>
                </a:lnTo>
                <a:lnTo>
                  <a:pt x="20701" y="91947"/>
                </a:lnTo>
                <a:lnTo>
                  <a:pt x="16383" y="87629"/>
                </a:lnTo>
                <a:lnTo>
                  <a:pt x="13843" y="86487"/>
                </a:lnTo>
                <a:close/>
              </a:path>
              <a:path w="22225" h="108585">
                <a:moveTo>
                  <a:pt x="13843" y="0"/>
                </a:moveTo>
                <a:lnTo>
                  <a:pt x="8001" y="0"/>
                </a:lnTo>
                <a:lnTo>
                  <a:pt x="5461" y="1143"/>
                </a:lnTo>
                <a:lnTo>
                  <a:pt x="3302" y="3301"/>
                </a:lnTo>
                <a:lnTo>
                  <a:pt x="1143" y="5333"/>
                </a:lnTo>
                <a:lnTo>
                  <a:pt x="0" y="8000"/>
                </a:lnTo>
                <a:lnTo>
                  <a:pt x="0" y="14096"/>
                </a:lnTo>
                <a:lnTo>
                  <a:pt x="1143" y="16763"/>
                </a:lnTo>
                <a:lnTo>
                  <a:pt x="5461" y="21081"/>
                </a:lnTo>
                <a:lnTo>
                  <a:pt x="8001" y="22098"/>
                </a:lnTo>
                <a:lnTo>
                  <a:pt x="13843" y="22098"/>
                </a:lnTo>
                <a:lnTo>
                  <a:pt x="16510" y="21081"/>
                </a:lnTo>
                <a:lnTo>
                  <a:pt x="18542" y="18923"/>
                </a:lnTo>
                <a:lnTo>
                  <a:pt x="20701" y="16763"/>
                </a:lnTo>
                <a:lnTo>
                  <a:pt x="21843" y="14096"/>
                </a:lnTo>
                <a:lnTo>
                  <a:pt x="21843" y="8000"/>
                </a:lnTo>
                <a:lnTo>
                  <a:pt x="20701" y="5333"/>
                </a:lnTo>
                <a:lnTo>
                  <a:pt x="18542" y="3301"/>
                </a:lnTo>
                <a:lnTo>
                  <a:pt x="16383" y="1143"/>
                </a:lnTo>
                <a:lnTo>
                  <a:pt x="138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88592" y="3427221"/>
            <a:ext cx="525780" cy="191135"/>
          </a:xfrm>
          <a:custGeom>
            <a:avLst/>
            <a:gdLst/>
            <a:ahLst/>
            <a:cxnLst/>
            <a:rect l="l" t="t" r="r" b="b"/>
            <a:pathLst>
              <a:path w="525780" h="191135">
                <a:moveTo>
                  <a:pt x="44576" y="128142"/>
                </a:moveTo>
                <a:lnTo>
                  <a:pt x="29718" y="128142"/>
                </a:lnTo>
                <a:lnTo>
                  <a:pt x="29718" y="185292"/>
                </a:lnTo>
                <a:lnTo>
                  <a:pt x="159893" y="185292"/>
                </a:lnTo>
                <a:lnTo>
                  <a:pt x="159893" y="172084"/>
                </a:lnTo>
                <a:lnTo>
                  <a:pt x="44576" y="172084"/>
                </a:lnTo>
                <a:lnTo>
                  <a:pt x="44576" y="128142"/>
                </a:lnTo>
                <a:close/>
              </a:path>
              <a:path w="525780" h="191135">
                <a:moveTo>
                  <a:pt x="155194" y="0"/>
                </a:moveTo>
                <a:lnTo>
                  <a:pt x="140207" y="0"/>
                </a:lnTo>
                <a:lnTo>
                  <a:pt x="140207" y="104647"/>
                </a:lnTo>
                <a:lnTo>
                  <a:pt x="98932" y="104647"/>
                </a:lnTo>
                <a:lnTo>
                  <a:pt x="98932" y="117347"/>
                </a:lnTo>
                <a:lnTo>
                  <a:pt x="140207" y="117347"/>
                </a:lnTo>
                <a:lnTo>
                  <a:pt x="140207" y="148335"/>
                </a:lnTo>
                <a:lnTo>
                  <a:pt x="155194" y="148335"/>
                </a:lnTo>
                <a:lnTo>
                  <a:pt x="155194" y="0"/>
                </a:lnTo>
                <a:close/>
              </a:path>
              <a:path w="525780" h="191135">
                <a:moveTo>
                  <a:pt x="72135" y="87629"/>
                </a:moveTo>
                <a:lnTo>
                  <a:pt x="57531" y="87629"/>
                </a:lnTo>
                <a:lnTo>
                  <a:pt x="57531" y="138429"/>
                </a:lnTo>
                <a:lnTo>
                  <a:pt x="72135" y="138429"/>
                </a:lnTo>
                <a:lnTo>
                  <a:pt x="72135" y="87629"/>
                </a:lnTo>
                <a:close/>
              </a:path>
              <a:path w="525780" h="191135">
                <a:moveTo>
                  <a:pt x="108203" y="9778"/>
                </a:moveTo>
                <a:lnTo>
                  <a:pt x="17780" y="9778"/>
                </a:lnTo>
                <a:lnTo>
                  <a:pt x="17780" y="22859"/>
                </a:lnTo>
                <a:lnTo>
                  <a:pt x="93344" y="22859"/>
                </a:lnTo>
                <a:lnTo>
                  <a:pt x="93273" y="37885"/>
                </a:lnTo>
                <a:lnTo>
                  <a:pt x="71080" y="74199"/>
                </a:lnTo>
                <a:lnTo>
                  <a:pt x="0" y="75056"/>
                </a:lnTo>
                <a:lnTo>
                  <a:pt x="2031" y="89026"/>
                </a:lnTo>
                <a:lnTo>
                  <a:pt x="12293" y="88933"/>
                </a:lnTo>
                <a:lnTo>
                  <a:pt x="57531" y="87629"/>
                </a:lnTo>
                <a:lnTo>
                  <a:pt x="72135" y="87629"/>
                </a:lnTo>
                <a:lnTo>
                  <a:pt x="72135" y="86994"/>
                </a:lnTo>
                <a:lnTo>
                  <a:pt x="106299" y="85756"/>
                </a:lnTo>
                <a:lnTo>
                  <a:pt x="117820" y="85209"/>
                </a:lnTo>
                <a:lnTo>
                  <a:pt x="125602" y="84708"/>
                </a:lnTo>
                <a:lnTo>
                  <a:pt x="124901" y="73025"/>
                </a:lnTo>
                <a:lnTo>
                  <a:pt x="106552" y="73025"/>
                </a:lnTo>
                <a:lnTo>
                  <a:pt x="107293" y="60285"/>
                </a:lnTo>
                <a:lnTo>
                  <a:pt x="107807" y="45497"/>
                </a:lnTo>
                <a:lnTo>
                  <a:pt x="108106" y="28662"/>
                </a:lnTo>
                <a:lnTo>
                  <a:pt x="108203" y="9778"/>
                </a:lnTo>
                <a:close/>
              </a:path>
              <a:path w="525780" h="191135">
                <a:moveTo>
                  <a:pt x="124840" y="72008"/>
                </a:moveTo>
                <a:lnTo>
                  <a:pt x="120395" y="72389"/>
                </a:lnTo>
                <a:lnTo>
                  <a:pt x="106552" y="73025"/>
                </a:lnTo>
                <a:lnTo>
                  <a:pt x="124901" y="73025"/>
                </a:lnTo>
                <a:lnTo>
                  <a:pt x="124840" y="72008"/>
                </a:lnTo>
                <a:close/>
              </a:path>
              <a:path w="525780" h="191135">
                <a:moveTo>
                  <a:pt x="417830" y="124078"/>
                </a:moveTo>
                <a:lnTo>
                  <a:pt x="402970" y="124078"/>
                </a:lnTo>
                <a:lnTo>
                  <a:pt x="402970" y="184657"/>
                </a:lnTo>
                <a:lnTo>
                  <a:pt x="525652" y="184657"/>
                </a:lnTo>
                <a:lnTo>
                  <a:pt x="525652" y="171703"/>
                </a:lnTo>
                <a:lnTo>
                  <a:pt x="417830" y="171703"/>
                </a:lnTo>
                <a:lnTo>
                  <a:pt x="417830" y="124078"/>
                </a:lnTo>
                <a:close/>
              </a:path>
              <a:path w="525780" h="191135">
                <a:moveTo>
                  <a:pt x="520572" y="0"/>
                </a:moveTo>
                <a:lnTo>
                  <a:pt x="505840" y="0"/>
                </a:lnTo>
                <a:lnTo>
                  <a:pt x="505840" y="44195"/>
                </a:lnTo>
                <a:lnTo>
                  <a:pt x="461137" y="44195"/>
                </a:lnTo>
                <a:lnTo>
                  <a:pt x="461137" y="57403"/>
                </a:lnTo>
                <a:lnTo>
                  <a:pt x="505840" y="57403"/>
                </a:lnTo>
                <a:lnTo>
                  <a:pt x="505840" y="139445"/>
                </a:lnTo>
                <a:lnTo>
                  <a:pt x="520572" y="139445"/>
                </a:lnTo>
                <a:lnTo>
                  <a:pt x="520572" y="0"/>
                </a:lnTo>
                <a:close/>
              </a:path>
              <a:path w="525780" h="191135">
                <a:moveTo>
                  <a:pt x="429768" y="6222"/>
                </a:moveTo>
                <a:lnTo>
                  <a:pt x="415416" y="6222"/>
                </a:lnTo>
                <a:lnTo>
                  <a:pt x="415416" y="30860"/>
                </a:lnTo>
                <a:lnTo>
                  <a:pt x="414516" y="41199"/>
                </a:lnTo>
                <a:lnTo>
                  <a:pt x="393668" y="81359"/>
                </a:lnTo>
                <a:lnTo>
                  <a:pt x="366521" y="102361"/>
                </a:lnTo>
                <a:lnTo>
                  <a:pt x="377316" y="112521"/>
                </a:lnTo>
                <a:lnTo>
                  <a:pt x="410326" y="81359"/>
                </a:lnTo>
                <a:lnTo>
                  <a:pt x="423037" y="60197"/>
                </a:lnTo>
                <a:lnTo>
                  <a:pt x="438617" y="60197"/>
                </a:lnTo>
                <a:lnTo>
                  <a:pt x="438126" y="59471"/>
                </a:lnTo>
                <a:lnTo>
                  <a:pt x="433482" y="49879"/>
                </a:lnTo>
                <a:lnTo>
                  <a:pt x="430696" y="40334"/>
                </a:lnTo>
                <a:lnTo>
                  <a:pt x="429768" y="30860"/>
                </a:lnTo>
                <a:lnTo>
                  <a:pt x="429768" y="6222"/>
                </a:lnTo>
                <a:close/>
              </a:path>
              <a:path w="525780" h="191135">
                <a:moveTo>
                  <a:pt x="438617" y="60197"/>
                </a:moveTo>
                <a:lnTo>
                  <a:pt x="423037" y="60197"/>
                </a:lnTo>
                <a:lnTo>
                  <a:pt x="426156" y="65982"/>
                </a:lnTo>
                <a:lnTo>
                  <a:pt x="453961" y="97678"/>
                </a:lnTo>
                <a:lnTo>
                  <a:pt x="467740" y="107568"/>
                </a:lnTo>
                <a:lnTo>
                  <a:pt x="477646" y="96900"/>
                </a:lnTo>
                <a:lnTo>
                  <a:pt x="468719" y="91947"/>
                </a:lnTo>
                <a:lnTo>
                  <a:pt x="460232" y="85661"/>
                </a:lnTo>
                <a:lnTo>
                  <a:pt x="452197" y="78041"/>
                </a:lnTo>
                <a:lnTo>
                  <a:pt x="444626" y="69087"/>
                </a:lnTo>
                <a:lnTo>
                  <a:pt x="438617" y="60197"/>
                </a:lnTo>
                <a:close/>
              </a:path>
              <a:path w="525780" h="191135">
                <a:moveTo>
                  <a:pt x="247014" y="29844"/>
                </a:moveTo>
                <a:lnTo>
                  <a:pt x="232156" y="29844"/>
                </a:lnTo>
                <a:lnTo>
                  <a:pt x="232156" y="45846"/>
                </a:lnTo>
                <a:lnTo>
                  <a:pt x="231298" y="58582"/>
                </a:lnTo>
                <a:lnTo>
                  <a:pt x="218439" y="96265"/>
                </a:lnTo>
                <a:lnTo>
                  <a:pt x="192758" y="128448"/>
                </a:lnTo>
                <a:lnTo>
                  <a:pt x="181990" y="136778"/>
                </a:lnTo>
                <a:lnTo>
                  <a:pt x="193039" y="146938"/>
                </a:lnTo>
                <a:lnTo>
                  <a:pt x="222503" y="115696"/>
                </a:lnTo>
                <a:lnTo>
                  <a:pt x="239649" y="82550"/>
                </a:lnTo>
                <a:lnTo>
                  <a:pt x="254770" y="82550"/>
                </a:lnTo>
                <a:lnTo>
                  <a:pt x="250523" y="70421"/>
                </a:lnTo>
                <a:lnTo>
                  <a:pt x="247894" y="57852"/>
                </a:lnTo>
                <a:lnTo>
                  <a:pt x="247059" y="45846"/>
                </a:lnTo>
                <a:lnTo>
                  <a:pt x="247014" y="29844"/>
                </a:lnTo>
                <a:close/>
              </a:path>
              <a:path w="525780" h="191135">
                <a:moveTo>
                  <a:pt x="254770" y="82550"/>
                </a:moveTo>
                <a:lnTo>
                  <a:pt x="239649" y="82550"/>
                </a:lnTo>
                <a:lnTo>
                  <a:pt x="242123" y="89642"/>
                </a:lnTo>
                <a:lnTo>
                  <a:pt x="263026" y="121894"/>
                </a:lnTo>
                <a:lnTo>
                  <a:pt x="286512" y="144271"/>
                </a:lnTo>
                <a:lnTo>
                  <a:pt x="296671" y="132968"/>
                </a:lnTo>
                <a:lnTo>
                  <a:pt x="286291" y="125682"/>
                </a:lnTo>
                <a:lnTo>
                  <a:pt x="276875" y="116966"/>
                </a:lnTo>
                <a:lnTo>
                  <a:pt x="268436" y="106822"/>
                </a:lnTo>
                <a:lnTo>
                  <a:pt x="260984" y="95249"/>
                </a:lnTo>
                <a:lnTo>
                  <a:pt x="254890" y="82895"/>
                </a:lnTo>
                <a:lnTo>
                  <a:pt x="254770" y="82550"/>
                </a:lnTo>
                <a:close/>
              </a:path>
              <a:path w="525780" h="191135">
                <a:moveTo>
                  <a:pt x="289940" y="16636"/>
                </a:moveTo>
                <a:lnTo>
                  <a:pt x="189610" y="16636"/>
                </a:lnTo>
                <a:lnTo>
                  <a:pt x="189610" y="29844"/>
                </a:lnTo>
                <a:lnTo>
                  <a:pt x="289940" y="29844"/>
                </a:lnTo>
                <a:lnTo>
                  <a:pt x="289940" y="16636"/>
                </a:lnTo>
                <a:close/>
              </a:path>
              <a:path w="525780" h="191135">
                <a:moveTo>
                  <a:pt x="336422" y="0"/>
                </a:moveTo>
                <a:lnTo>
                  <a:pt x="321563" y="0"/>
                </a:lnTo>
                <a:lnTo>
                  <a:pt x="321563" y="190880"/>
                </a:lnTo>
                <a:lnTo>
                  <a:pt x="336422" y="190880"/>
                </a:lnTo>
                <a:lnTo>
                  <a:pt x="3364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0736" y="3446398"/>
            <a:ext cx="2262886" cy="20294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449452" y="3792982"/>
            <a:ext cx="895985" cy="191135"/>
          </a:xfrm>
          <a:custGeom>
            <a:avLst/>
            <a:gdLst/>
            <a:ahLst/>
            <a:cxnLst/>
            <a:rect l="l" t="t" r="r" b="b"/>
            <a:pathLst>
              <a:path w="895985" h="191135">
                <a:moveTo>
                  <a:pt x="332359" y="128295"/>
                </a:moveTo>
                <a:lnTo>
                  <a:pt x="209537" y="128295"/>
                </a:lnTo>
                <a:lnTo>
                  <a:pt x="209537" y="141452"/>
                </a:lnTo>
                <a:lnTo>
                  <a:pt x="317614" y="141452"/>
                </a:lnTo>
                <a:lnTo>
                  <a:pt x="317614" y="190944"/>
                </a:lnTo>
                <a:lnTo>
                  <a:pt x="332359" y="190944"/>
                </a:lnTo>
                <a:lnTo>
                  <a:pt x="332359" y="128295"/>
                </a:lnTo>
                <a:close/>
              </a:path>
              <a:path w="895985" h="191135">
                <a:moveTo>
                  <a:pt x="249923" y="102958"/>
                </a:moveTo>
                <a:lnTo>
                  <a:pt x="235076" y="102958"/>
                </a:lnTo>
                <a:lnTo>
                  <a:pt x="235076" y="128295"/>
                </a:lnTo>
                <a:lnTo>
                  <a:pt x="249923" y="128295"/>
                </a:lnTo>
                <a:lnTo>
                  <a:pt x="249923" y="102958"/>
                </a:lnTo>
                <a:close/>
              </a:path>
              <a:path w="895985" h="191135">
                <a:moveTo>
                  <a:pt x="310883" y="102958"/>
                </a:moveTo>
                <a:lnTo>
                  <a:pt x="296037" y="102958"/>
                </a:lnTo>
                <a:lnTo>
                  <a:pt x="296037" y="128295"/>
                </a:lnTo>
                <a:lnTo>
                  <a:pt x="310883" y="128295"/>
                </a:lnTo>
                <a:lnTo>
                  <a:pt x="310883" y="102958"/>
                </a:lnTo>
                <a:close/>
              </a:path>
              <a:path w="895985" h="191135">
                <a:moveTo>
                  <a:pt x="361556" y="89598"/>
                </a:moveTo>
                <a:lnTo>
                  <a:pt x="184403" y="89598"/>
                </a:lnTo>
                <a:lnTo>
                  <a:pt x="184403" y="102958"/>
                </a:lnTo>
                <a:lnTo>
                  <a:pt x="361556" y="102958"/>
                </a:lnTo>
                <a:lnTo>
                  <a:pt x="361556" y="89598"/>
                </a:lnTo>
                <a:close/>
              </a:path>
              <a:path w="895985" h="191135">
                <a:moveTo>
                  <a:pt x="177152" y="145122"/>
                </a:moveTo>
                <a:lnTo>
                  <a:pt x="0" y="145122"/>
                </a:lnTo>
                <a:lnTo>
                  <a:pt x="0" y="158572"/>
                </a:lnTo>
                <a:lnTo>
                  <a:pt x="177152" y="158572"/>
                </a:lnTo>
                <a:lnTo>
                  <a:pt x="177152" y="145122"/>
                </a:lnTo>
                <a:close/>
              </a:path>
              <a:path w="895985" h="191135">
                <a:moveTo>
                  <a:pt x="60375" y="80264"/>
                </a:moveTo>
                <a:lnTo>
                  <a:pt x="45821" y="80264"/>
                </a:lnTo>
                <a:lnTo>
                  <a:pt x="45821" y="145122"/>
                </a:lnTo>
                <a:lnTo>
                  <a:pt x="60375" y="145122"/>
                </a:lnTo>
                <a:lnTo>
                  <a:pt x="60375" y="80264"/>
                </a:lnTo>
                <a:close/>
              </a:path>
              <a:path w="895985" h="191135">
                <a:moveTo>
                  <a:pt x="108864" y="80264"/>
                </a:moveTo>
                <a:lnTo>
                  <a:pt x="94221" y="80264"/>
                </a:lnTo>
                <a:lnTo>
                  <a:pt x="94221" y="145122"/>
                </a:lnTo>
                <a:lnTo>
                  <a:pt x="108864" y="145122"/>
                </a:lnTo>
                <a:lnTo>
                  <a:pt x="108864" y="80264"/>
                </a:lnTo>
                <a:close/>
              </a:path>
              <a:path w="895985" h="191135">
                <a:moveTo>
                  <a:pt x="151815" y="18034"/>
                </a:moveTo>
                <a:lnTo>
                  <a:pt x="23063" y="18034"/>
                </a:lnTo>
                <a:lnTo>
                  <a:pt x="23063" y="31369"/>
                </a:lnTo>
                <a:lnTo>
                  <a:pt x="136575" y="31369"/>
                </a:lnTo>
                <a:lnTo>
                  <a:pt x="136575" y="59182"/>
                </a:lnTo>
                <a:lnTo>
                  <a:pt x="136402" y="75046"/>
                </a:lnTo>
                <a:lnTo>
                  <a:pt x="135882" y="90431"/>
                </a:lnTo>
                <a:lnTo>
                  <a:pt x="135016" y="105343"/>
                </a:lnTo>
                <a:lnTo>
                  <a:pt x="133807" y="119786"/>
                </a:lnTo>
                <a:lnTo>
                  <a:pt x="148361" y="121462"/>
                </a:lnTo>
                <a:lnTo>
                  <a:pt x="149870" y="104723"/>
                </a:lnTo>
                <a:lnTo>
                  <a:pt x="150950" y="88760"/>
                </a:lnTo>
                <a:lnTo>
                  <a:pt x="151599" y="73578"/>
                </a:lnTo>
                <a:lnTo>
                  <a:pt x="151815" y="59182"/>
                </a:lnTo>
                <a:lnTo>
                  <a:pt x="151815" y="18034"/>
                </a:lnTo>
                <a:close/>
              </a:path>
              <a:path w="895985" h="191135">
                <a:moveTo>
                  <a:pt x="456590" y="17018"/>
                </a:moveTo>
                <a:lnTo>
                  <a:pt x="380187" y="17018"/>
                </a:lnTo>
                <a:lnTo>
                  <a:pt x="380187" y="135216"/>
                </a:lnTo>
                <a:lnTo>
                  <a:pt x="456590" y="135216"/>
                </a:lnTo>
                <a:lnTo>
                  <a:pt x="456590" y="122250"/>
                </a:lnTo>
                <a:lnTo>
                  <a:pt x="394741" y="122250"/>
                </a:lnTo>
                <a:lnTo>
                  <a:pt x="394741" y="29972"/>
                </a:lnTo>
                <a:lnTo>
                  <a:pt x="456590" y="29972"/>
                </a:lnTo>
                <a:lnTo>
                  <a:pt x="456590" y="17018"/>
                </a:lnTo>
                <a:close/>
              </a:path>
              <a:path w="895985" h="191135">
                <a:moveTo>
                  <a:pt x="456590" y="29972"/>
                </a:moveTo>
                <a:lnTo>
                  <a:pt x="441947" y="29972"/>
                </a:lnTo>
                <a:lnTo>
                  <a:pt x="441947" y="122250"/>
                </a:lnTo>
                <a:lnTo>
                  <a:pt x="456590" y="122250"/>
                </a:lnTo>
                <a:lnTo>
                  <a:pt x="456590" y="29972"/>
                </a:lnTo>
                <a:close/>
              </a:path>
              <a:path w="895985" h="191135">
                <a:moveTo>
                  <a:pt x="895985" y="0"/>
                </a:moveTo>
                <a:lnTo>
                  <a:pt x="881126" y="0"/>
                </a:lnTo>
                <a:lnTo>
                  <a:pt x="881126" y="66548"/>
                </a:lnTo>
                <a:lnTo>
                  <a:pt x="836930" y="66548"/>
                </a:lnTo>
                <a:lnTo>
                  <a:pt x="836930" y="79756"/>
                </a:lnTo>
                <a:lnTo>
                  <a:pt x="881126" y="79756"/>
                </a:lnTo>
                <a:lnTo>
                  <a:pt x="881126" y="190944"/>
                </a:lnTo>
                <a:lnTo>
                  <a:pt x="895985" y="190944"/>
                </a:lnTo>
                <a:lnTo>
                  <a:pt x="895985" y="0"/>
                </a:lnTo>
                <a:close/>
              </a:path>
              <a:path w="895985" h="191135">
                <a:moveTo>
                  <a:pt x="804913" y="29845"/>
                </a:moveTo>
                <a:lnTo>
                  <a:pt x="790066" y="29845"/>
                </a:lnTo>
                <a:lnTo>
                  <a:pt x="790066" y="45847"/>
                </a:lnTo>
                <a:lnTo>
                  <a:pt x="789240" y="58565"/>
                </a:lnTo>
                <a:lnTo>
                  <a:pt x="776859" y="96278"/>
                </a:lnTo>
                <a:lnTo>
                  <a:pt x="751664" y="128405"/>
                </a:lnTo>
                <a:lnTo>
                  <a:pt x="740879" y="136804"/>
                </a:lnTo>
                <a:lnTo>
                  <a:pt x="751966" y="147002"/>
                </a:lnTo>
                <a:lnTo>
                  <a:pt x="780770" y="115976"/>
                </a:lnTo>
                <a:lnTo>
                  <a:pt x="797585" y="82562"/>
                </a:lnTo>
                <a:lnTo>
                  <a:pt x="812343" y="82562"/>
                </a:lnTo>
                <a:lnTo>
                  <a:pt x="808315" y="70742"/>
                </a:lnTo>
                <a:lnTo>
                  <a:pt x="805763" y="58071"/>
                </a:lnTo>
                <a:lnTo>
                  <a:pt x="804955" y="45847"/>
                </a:lnTo>
                <a:lnTo>
                  <a:pt x="804913" y="29845"/>
                </a:lnTo>
                <a:close/>
              </a:path>
              <a:path w="895985" h="191135">
                <a:moveTo>
                  <a:pt x="812343" y="82562"/>
                </a:moveTo>
                <a:lnTo>
                  <a:pt x="797585" y="82562"/>
                </a:lnTo>
                <a:lnTo>
                  <a:pt x="804164" y="98781"/>
                </a:lnTo>
                <a:lnTo>
                  <a:pt x="813995" y="114480"/>
                </a:lnTo>
                <a:lnTo>
                  <a:pt x="827076" y="129661"/>
                </a:lnTo>
                <a:lnTo>
                  <a:pt x="843407" y="144322"/>
                </a:lnTo>
                <a:lnTo>
                  <a:pt x="853566" y="132943"/>
                </a:lnTo>
                <a:lnTo>
                  <a:pt x="843304" y="125742"/>
                </a:lnTo>
                <a:lnTo>
                  <a:pt x="834042" y="117108"/>
                </a:lnTo>
                <a:lnTo>
                  <a:pt x="825737" y="106965"/>
                </a:lnTo>
                <a:lnTo>
                  <a:pt x="818527" y="95529"/>
                </a:lnTo>
                <a:lnTo>
                  <a:pt x="812569" y="83227"/>
                </a:lnTo>
                <a:lnTo>
                  <a:pt x="812343" y="82562"/>
                </a:lnTo>
                <a:close/>
              </a:path>
              <a:path w="895985" h="191135">
                <a:moveTo>
                  <a:pt x="846835" y="16637"/>
                </a:moveTo>
                <a:lnTo>
                  <a:pt x="748601" y="16637"/>
                </a:lnTo>
                <a:lnTo>
                  <a:pt x="748601" y="29845"/>
                </a:lnTo>
                <a:lnTo>
                  <a:pt x="846835" y="29845"/>
                </a:lnTo>
                <a:lnTo>
                  <a:pt x="846835" y="16637"/>
                </a:lnTo>
                <a:close/>
              </a:path>
              <a:path w="895985" h="191135">
                <a:moveTo>
                  <a:pt x="588644" y="16256"/>
                </a:moveTo>
                <a:lnTo>
                  <a:pt x="573900" y="16256"/>
                </a:lnTo>
                <a:lnTo>
                  <a:pt x="573900" y="135026"/>
                </a:lnTo>
                <a:lnTo>
                  <a:pt x="615653" y="134747"/>
                </a:lnTo>
                <a:lnTo>
                  <a:pt x="647680" y="133911"/>
                </a:lnTo>
                <a:lnTo>
                  <a:pt x="669983" y="132518"/>
                </a:lnTo>
                <a:lnTo>
                  <a:pt x="682561" y="130568"/>
                </a:lnTo>
                <a:lnTo>
                  <a:pt x="681278" y="121856"/>
                </a:lnTo>
                <a:lnTo>
                  <a:pt x="588644" y="121856"/>
                </a:lnTo>
                <a:lnTo>
                  <a:pt x="588644" y="16256"/>
                </a:lnTo>
                <a:close/>
              </a:path>
              <a:path w="895985" h="191135">
                <a:moveTo>
                  <a:pt x="680681" y="117805"/>
                </a:moveTo>
                <a:lnTo>
                  <a:pt x="667987" y="119579"/>
                </a:lnTo>
                <a:lnTo>
                  <a:pt x="650592" y="120845"/>
                </a:lnTo>
                <a:lnTo>
                  <a:pt x="628496" y="121603"/>
                </a:lnTo>
                <a:lnTo>
                  <a:pt x="601700" y="121856"/>
                </a:lnTo>
                <a:lnTo>
                  <a:pt x="681278" y="121856"/>
                </a:lnTo>
                <a:lnTo>
                  <a:pt x="680681" y="117805"/>
                </a:lnTo>
                <a:close/>
              </a:path>
              <a:path w="895985" h="191135">
                <a:moveTo>
                  <a:pt x="272986" y="1778"/>
                </a:moveTo>
                <a:lnTo>
                  <a:pt x="227901" y="11303"/>
                </a:lnTo>
                <a:lnTo>
                  <a:pt x="212013" y="37592"/>
                </a:lnTo>
                <a:lnTo>
                  <a:pt x="212994" y="45354"/>
                </a:lnTo>
                <a:lnTo>
                  <a:pt x="246865" y="70643"/>
                </a:lnTo>
                <a:lnTo>
                  <a:pt x="272986" y="73025"/>
                </a:lnTo>
                <a:lnTo>
                  <a:pt x="286909" y="72429"/>
                </a:lnTo>
                <a:lnTo>
                  <a:pt x="299096" y="70643"/>
                </a:lnTo>
                <a:lnTo>
                  <a:pt x="309546" y="67667"/>
                </a:lnTo>
                <a:lnTo>
                  <a:pt x="318262" y="63500"/>
                </a:lnTo>
                <a:lnTo>
                  <a:pt x="322289" y="60452"/>
                </a:lnTo>
                <a:lnTo>
                  <a:pt x="272986" y="60452"/>
                </a:lnTo>
                <a:lnTo>
                  <a:pt x="262318" y="60071"/>
                </a:lnTo>
                <a:lnTo>
                  <a:pt x="227558" y="44704"/>
                </a:lnTo>
                <a:lnTo>
                  <a:pt x="227558" y="37592"/>
                </a:lnTo>
                <a:lnTo>
                  <a:pt x="230397" y="27424"/>
                </a:lnTo>
                <a:lnTo>
                  <a:pt x="238913" y="20161"/>
                </a:lnTo>
                <a:lnTo>
                  <a:pt x="253110" y="15803"/>
                </a:lnTo>
                <a:lnTo>
                  <a:pt x="272986" y="14351"/>
                </a:lnTo>
                <a:lnTo>
                  <a:pt x="322121" y="14351"/>
                </a:lnTo>
                <a:lnTo>
                  <a:pt x="318058" y="11303"/>
                </a:lnTo>
                <a:lnTo>
                  <a:pt x="309283" y="7135"/>
                </a:lnTo>
                <a:lnTo>
                  <a:pt x="298846" y="4159"/>
                </a:lnTo>
                <a:lnTo>
                  <a:pt x="286747" y="2373"/>
                </a:lnTo>
                <a:lnTo>
                  <a:pt x="272986" y="1778"/>
                </a:lnTo>
                <a:close/>
              </a:path>
              <a:path w="895985" h="191135">
                <a:moveTo>
                  <a:pt x="322121" y="14351"/>
                </a:moveTo>
                <a:lnTo>
                  <a:pt x="272986" y="14351"/>
                </a:lnTo>
                <a:lnTo>
                  <a:pt x="292857" y="15803"/>
                </a:lnTo>
                <a:lnTo>
                  <a:pt x="307054" y="20161"/>
                </a:lnTo>
                <a:lnTo>
                  <a:pt x="315573" y="27424"/>
                </a:lnTo>
                <a:lnTo>
                  <a:pt x="318414" y="37592"/>
                </a:lnTo>
                <a:lnTo>
                  <a:pt x="318414" y="44704"/>
                </a:lnTo>
                <a:lnTo>
                  <a:pt x="272986" y="60452"/>
                </a:lnTo>
                <a:lnTo>
                  <a:pt x="322289" y="60452"/>
                </a:lnTo>
                <a:lnTo>
                  <a:pt x="325122" y="58308"/>
                </a:lnTo>
                <a:lnTo>
                  <a:pt x="330023" y="52260"/>
                </a:lnTo>
                <a:lnTo>
                  <a:pt x="332965" y="45354"/>
                </a:lnTo>
                <a:lnTo>
                  <a:pt x="333946" y="37592"/>
                </a:lnTo>
                <a:lnTo>
                  <a:pt x="332953" y="29662"/>
                </a:lnTo>
                <a:lnTo>
                  <a:pt x="329974" y="22637"/>
                </a:lnTo>
                <a:lnTo>
                  <a:pt x="325009" y="16517"/>
                </a:lnTo>
                <a:lnTo>
                  <a:pt x="322121" y="14351"/>
                </a:lnTo>
                <a:close/>
              </a:path>
              <a:path w="895985" h="191135">
                <a:moveTo>
                  <a:pt x="711962" y="0"/>
                </a:moveTo>
                <a:lnTo>
                  <a:pt x="697115" y="0"/>
                </a:lnTo>
                <a:lnTo>
                  <a:pt x="697115" y="190944"/>
                </a:lnTo>
                <a:lnTo>
                  <a:pt x="711962" y="190944"/>
                </a:lnTo>
                <a:lnTo>
                  <a:pt x="711962" y="0"/>
                </a:lnTo>
                <a:close/>
              </a:path>
              <a:path w="895985" h="191135">
                <a:moveTo>
                  <a:pt x="531418" y="91274"/>
                </a:moveTo>
                <a:lnTo>
                  <a:pt x="516572" y="91274"/>
                </a:lnTo>
                <a:lnTo>
                  <a:pt x="516572" y="190944"/>
                </a:lnTo>
                <a:lnTo>
                  <a:pt x="531418" y="190944"/>
                </a:lnTo>
                <a:lnTo>
                  <a:pt x="531418" y="91274"/>
                </a:lnTo>
                <a:close/>
              </a:path>
              <a:path w="895985" h="191135">
                <a:moveTo>
                  <a:pt x="492620" y="3937"/>
                </a:moveTo>
                <a:lnTo>
                  <a:pt x="478066" y="3937"/>
                </a:lnTo>
                <a:lnTo>
                  <a:pt x="478066" y="185102"/>
                </a:lnTo>
                <a:lnTo>
                  <a:pt x="492620" y="185102"/>
                </a:lnTo>
                <a:lnTo>
                  <a:pt x="492620" y="91274"/>
                </a:lnTo>
                <a:lnTo>
                  <a:pt x="531418" y="91274"/>
                </a:lnTo>
                <a:lnTo>
                  <a:pt x="531418" y="77978"/>
                </a:lnTo>
                <a:lnTo>
                  <a:pt x="492620" y="77978"/>
                </a:lnTo>
                <a:lnTo>
                  <a:pt x="492620" y="3937"/>
                </a:lnTo>
                <a:close/>
              </a:path>
              <a:path w="895985" h="191135">
                <a:moveTo>
                  <a:pt x="531418" y="0"/>
                </a:moveTo>
                <a:lnTo>
                  <a:pt x="516572" y="0"/>
                </a:lnTo>
                <a:lnTo>
                  <a:pt x="516572" y="77978"/>
                </a:lnTo>
                <a:lnTo>
                  <a:pt x="531418" y="77978"/>
                </a:lnTo>
                <a:lnTo>
                  <a:pt x="5314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75105" y="3859784"/>
            <a:ext cx="22225" cy="109220"/>
          </a:xfrm>
          <a:custGeom>
            <a:avLst/>
            <a:gdLst/>
            <a:ahLst/>
            <a:cxnLst/>
            <a:rect l="l" t="t" r="r" b="b"/>
            <a:pathLst>
              <a:path w="22225" h="109220">
                <a:moveTo>
                  <a:pt x="13842" y="86525"/>
                </a:moveTo>
                <a:lnTo>
                  <a:pt x="8000" y="86525"/>
                </a:lnTo>
                <a:lnTo>
                  <a:pt x="5460" y="87604"/>
                </a:lnTo>
                <a:lnTo>
                  <a:pt x="1142" y="91884"/>
                </a:lnTo>
                <a:lnTo>
                  <a:pt x="0" y="94513"/>
                </a:lnTo>
                <a:lnTo>
                  <a:pt x="0" y="100647"/>
                </a:lnTo>
                <a:lnTo>
                  <a:pt x="1142" y="103238"/>
                </a:lnTo>
                <a:lnTo>
                  <a:pt x="5460" y="107530"/>
                </a:lnTo>
                <a:lnTo>
                  <a:pt x="8000" y="108597"/>
                </a:lnTo>
                <a:lnTo>
                  <a:pt x="13842" y="108597"/>
                </a:lnTo>
                <a:lnTo>
                  <a:pt x="16509" y="107492"/>
                </a:lnTo>
                <a:lnTo>
                  <a:pt x="18541" y="105282"/>
                </a:lnTo>
                <a:lnTo>
                  <a:pt x="20700" y="103073"/>
                </a:lnTo>
                <a:lnTo>
                  <a:pt x="21787" y="100647"/>
                </a:lnTo>
                <a:lnTo>
                  <a:pt x="21843" y="94513"/>
                </a:lnTo>
                <a:lnTo>
                  <a:pt x="20700" y="91884"/>
                </a:lnTo>
                <a:lnTo>
                  <a:pt x="16382" y="87604"/>
                </a:lnTo>
                <a:lnTo>
                  <a:pt x="13842" y="86525"/>
                </a:lnTo>
                <a:close/>
              </a:path>
              <a:path w="22225" h="109220">
                <a:moveTo>
                  <a:pt x="13842" y="0"/>
                </a:moveTo>
                <a:lnTo>
                  <a:pt x="8000" y="0"/>
                </a:lnTo>
                <a:lnTo>
                  <a:pt x="5460" y="1142"/>
                </a:lnTo>
                <a:lnTo>
                  <a:pt x="3301" y="3301"/>
                </a:lnTo>
                <a:lnTo>
                  <a:pt x="1142" y="5333"/>
                </a:lnTo>
                <a:lnTo>
                  <a:pt x="0" y="8000"/>
                </a:lnTo>
                <a:lnTo>
                  <a:pt x="0" y="14147"/>
                </a:lnTo>
                <a:lnTo>
                  <a:pt x="1142" y="16738"/>
                </a:lnTo>
                <a:lnTo>
                  <a:pt x="5460" y="21031"/>
                </a:lnTo>
                <a:lnTo>
                  <a:pt x="8000" y="22097"/>
                </a:lnTo>
                <a:lnTo>
                  <a:pt x="13842" y="22097"/>
                </a:lnTo>
                <a:lnTo>
                  <a:pt x="16509" y="21031"/>
                </a:lnTo>
                <a:lnTo>
                  <a:pt x="18541" y="18884"/>
                </a:lnTo>
                <a:lnTo>
                  <a:pt x="20700" y="16738"/>
                </a:lnTo>
                <a:lnTo>
                  <a:pt x="21843" y="14147"/>
                </a:lnTo>
                <a:lnTo>
                  <a:pt x="21843" y="8000"/>
                </a:lnTo>
                <a:lnTo>
                  <a:pt x="20700" y="5333"/>
                </a:lnTo>
                <a:lnTo>
                  <a:pt x="18541" y="3301"/>
                </a:lnTo>
                <a:lnTo>
                  <a:pt x="16382" y="1142"/>
                </a:lnTo>
                <a:lnTo>
                  <a:pt x="138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561719" y="3792982"/>
            <a:ext cx="537210" cy="191135"/>
          </a:xfrm>
          <a:custGeom>
            <a:avLst/>
            <a:gdLst/>
            <a:ahLst/>
            <a:cxnLst/>
            <a:rect l="l" t="t" r="r" b="b"/>
            <a:pathLst>
              <a:path w="537210" h="191135">
                <a:moveTo>
                  <a:pt x="220091" y="130962"/>
                </a:moveTo>
                <a:lnTo>
                  <a:pt x="205105" y="130962"/>
                </a:lnTo>
                <a:lnTo>
                  <a:pt x="205105" y="184505"/>
                </a:lnTo>
                <a:lnTo>
                  <a:pt x="327532" y="184505"/>
                </a:lnTo>
                <a:lnTo>
                  <a:pt x="327532" y="171348"/>
                </a:lnTo>
                <a:lnTo>
                  <a:pt x="220091" y="171348"/>
                </a:lnTo>
                <a:lnTo>
                  <a:pt x="220091" y="130962"/>
                </a:lnTo>
                <a:close/>
              </a:path>
              <a:path w="537210" h="191135">
                <a:moveTo>
                  <a:pt x="149860" y="116814"/>
                </a:moveTo>
                <a:lnTo>
                  <a:pt x="32893" y="116814"/>
                </a:lnTo>
                <a:lnTo>
                  <a:pt x="32893" y="185699"/>
                </a:lnTo>
                <a:lnTo>
                  <a:pt x="149860" y="185699"/>
                </a:lnTo>
                <a:lnTo>
                  <a:pt x="149860" y="172732"/>
                </a:lnTo>
                <a:lnTo>
                  <a:pt x="47371" y="172732"/>
                </a:lnTo>
                <a:lnTo>
                  <a:pt x="47371" y="129971"/>
                </a:lnTo>
                <a:lnTo>
                  <a:pt x="149860" y="129971"/>
                </a:lnTo>
                <a:lnTo>
                  <a:pt x="149860" y="116814"/>
                </a:lnTo>
                <a:close/>
              </a:path>
              <a:path w="537210" h="191135">
                <a:moveTo>
                  <a:pt x="149860" y="129971"/>
                </a:moveTo>
                <a:lnTo>
                  <a:pt x="135255" y="129971"/>
                </a:lnTo>
                <a:lnTo>
                  <a:pt x="135255" y="172732"/>
                </a:lnTo>
                <a:lnTo>
                  <a:pt x="149860" y="172732"/>
                </a:lnTo>
                <a:lnTo>
                  <a:pt x="149860" y="129971"/>
                </a:lnTo>
                <a:close/>
              </a:path>
              <a:path w="537210" h="191135">
                <a:moveTo>
                  <a:pt x="456056" y="114134"/>
                </a:moveTo>
                <a:lnTo>
                  <a:pt x="440944" y="114134"/>
                </a:lnTo>
                <a:lnTo>
                  <a:pt x="440944" y="190944"/>
                </a:lnTo>
                <a:lnTo>
                  <a:pt x="456056" y="190944"/>
                </a:lnTo>
                <a:lnTo>
                  <a:pt x="456056" y="114134"/>
                </a:lnTo>
                <a:close/>
              </a:path>
              <a:path w="537210" h="191135">
                <a:moveTo>
                  <a:pt x="537082" y="100977"/>
                </a:moveTo>
                <a:lnTo>
                  <a:pt x="359918" y="100977"/>
                </a:lnTo>
                <a:lnTo>
                  <a:pt x="359918" y="114134"/>
                </a:lnTo>
                <a:lnTo>
                  <a:pt x="537082" y="114134"/>
                </a:lnTo>
                <a:lnTo>
                  <a:pt x="537082" y="100977"/>
                </a:lnTo>
                <a:close/>
              </a:path>
              <a:path w="537210" h="191135">
                <a:moveTo>
                  <a:pt x="352679" y="98894"/>
                </a:moveTo>
                <a:lnTo>
                  <a:pt x="175513" y="98894"/>
                </a:lnTo>
                <a:lnTo>
                  <a:pt x="175513" y="112356"/>
                </a:lnTo>
                <a:lnTo>
                  <a:pt x="352679" y="112356"/>
                </a:lnTo>
                <a:lnTo>
                  <a:pt x="352679" y="98894"/>
                </a:lnTo>
                <a:close/>
              </a:path>
              <a:path w="537210" h="191135">
                <a:moveTo>
                  <a:pt x="264032" y="3302"/>
                </a:moveTo>
                <a:lnTo>
                  <a:pt x="220218" y="13843"/>
                </a:lnTo>
                <a:lnTo>
                  <a:pt x="204724" y="41402"/>
                </a:lnTo>
                <a:lnTo>
                  <a:pt x="205700" y="49476"/>
                </a:lnTo>
                <a:lnTo>
                  <a:pt x="238998" y="77025"/>
                </a:lnTo>
                <a:lnTo>
                  <a:pt x="264032" y="79756"/>
                </a:lnTo>
                <a:lnTo>
                  <a:pt x="277346" y="79069"/>
                </a:lnTo>
                <a:lnTo>
                  <a:pt x="289099" y="77025"/>
                </a:lnTo>
                <a:lnTo>
                  <a:pt x="299305" y="73648"/>
                </a:lnTo>
                <a:lnTo>
                  <a:pt x="307975" y="68961"/>
                </a:lnTo>
                <a:lnTo>
                  <a:pt x="310411" y="66929"/>
                </a:lnTo>
                <a:lnTo>
                  <a:pt x="264032" y="66929"/>
                </a:lnTo>
                <a:lnTo>
                  <a:pt x="254222" y="66498"/>
                </a:lnTo>
                <a:lnTo>
                  <a:pt x="220091" y="49149"/>
                </a:lnTo>
                <a:lnTo>
                  <a:pt x="220091" y="33655"/>
                </a:lnTo>
                <a:lnTo>
                  <a:pt x="254222" y="16303"/>
                </a:lnTo>
                <a:lnTo>
                  <a:pt x="264032" y="15875"/>
                </a:lnTo>
                <a:lnTo>
                  <a:pt x="310430" y="15875"/>
                </a:lnTo>
                <a:lnTo>
                  <a:pt x="307975" y="13843"/>
                </a:lnTo>
                <a:lnTo>
                  <a:pt x="299376" y="9249"/>
                </a:lnTo>
                <a:lnTo>
                  <a:pt x="289194" y="5953"/>
                </a:lnTo>
                <a:lnTo>
                  <a:pt x="277417" y="3966"/>
                </a:lnTo>
                <a:lnTo>
                  <a:pt x="264032" y="3302"/>
                </a:lnTo>
                <a:close/>
              </a:path>
              <a:path w="537210" h="191135">
                <a:moveTo>
                  <a:pt x="310430" y="15875"/>
                </a:moveTo>
                <a:lnTo>
                  <a:pt x="264032" y="15875"/>
                </a:lnTo>
                <a:lnTo>
                  <a:pt x="273917" y="16303"/>
                </a:lnTo>
                <a:lnTo>
                  <a:pt x="282622" y="17589"/>
                </a:lnTo>
                <a:lnTo>
                  <a:pt x="290161" y="19732"/>
                </a:lnTo>
                <a:lnTo>
                  <a:pt x="296544" y="22733"/>
                </a:lnTo>
                <a:lnTo>
                  <a:pt x="304164" y="27432"/>
                </a:lnTo>
                <a:lnTo>
                  <a:pt x="307975" y="33655"/>
                </a:lnTo>
                <a:lnTo>
                  <a:pt x="307975" y="49149"/>
                </a:lnTo>
                <a:lnTo>
                  <a:pt x="273917" y="66498"/>
                </a:lnTo>
                <a:lnTo>
                  <a:pt x="264032" y="66929"/>
                </a:lnTo>
                <a:lnTo>
                  <a:pt x="310411" y="66929"/>
                </a:lnTo>
                <a:lnTo>
                  <a:pt x="314829" y="63244"/>
                </a:lnTo>
                <a:lnTo>
                  <a:pt x="319754" y="56753"/>
                </a:lnTo>
                <a:lnTo>
                  <a:pt x="322726" y="49476"/>
                </a:lnTo>
                <a:lnTo>
                  <a:pt x="323723" y="41402"/>
                </a:lnTo>
                <a:lnTo>
                  <a:pt x="322744" y="33327"/>
                </a:lnTo>
                <a:lnTo>
                  <a:pt x="319801" y="26050"/>
                </a:lnTo>
                <a:lnTo>
                  <a:pt x="314882" y="19559"/>
                </a:lnTo>
                <a:lnTo>
                  <a:pt x="310430" y="15875"/>
                </a:lnTo>
                <a:close/>
              </a:path>
              <a:path w="537210" h="191135">
                <a:moveTo>
                  <a:pt x="96647" y="9144"/>
                </a:moveTo>
                <a:lnTo>
                  <a:pt x="12192" y="9144"/>
                </a:lnTo>
                <a:lnTo>
                  <a:pt x="12192" y="22352"/>
                </a:lnTo>
                <a:lnTo>
                  <a:pt x="80137" y="22352"/>
                </a:lnTo>
                <a:lnTo>
                  <a:pt x="77160" y="33589"/>
                </a:lnTo>
                <a:lnTo>
                  <a:pt x="55371" y="66040"/>
                </a:lnTo>
                <a:lnTo>
                  <a:pt x="16331" y="91786"/>
                </a:lnTo>
                <a:lnTo>
                  <a:pt x="0" y="97904"/>
                </a:lnTo>
                <a:lnTo>
                  <a:pt x="10414" y="109689"/>
                </a:lnTo>
                <a:lnTo>
                  <a:pt x="48434" y="89641"/>
                </a:lnTo>
                <a:lnTo>
                  <a:pt x="84645" y="51327"/>
                </a:lnTo>
                <a:lnTo>
                  <a:pt x="95313" y="23427"/>
                </a:lnTo>
                <a:lnTo>
                  <a:pt x="96647" y="9144"/>
                </a:lnTo>
                <a:close/>
              </a:path>
              <a:path w="537210" h="191135">
                <a:moveTo>
                  <a:pt x="456183" y="20320"/>
                </a:moveTo>
                <a:lnTo>
                  <a:pt x="440563" y="20320"/>
                </a:lnTo>
                <a:lnTo>
                  <a:pt x="437703" y="28700"/>
                </a:lnTo>
                <a:lnTo>
                  <a:pt x="432546" y="36687"/>
                </a:lnTo>
                <a:lnTo>
                  <a:pt x="392334" y="62452"/>
                </a:lnTo>
                <a:lnTo>
                  <a:pt x="367283" y="67945"/>
                </a:lnTo>
                <a:lnTo>
                  <a:pt x="376300" y="80264"/>
                </a:lnTo>
                <a:lnTo>
                  <a:pt x="420497" y="63627"/>
                </a:lnTo>
                <a:lnTo>
                  <a:pt x="448437" y="38354"/>
                </a:lnTo>
                <a:lnTo>
                  <a:pt x="465615" y="38354"/>
                </a:lnTo>
                <a:lnTo>
                  <a:pt x="464089" y="36798"/>
                </a:lnTo>
                <a:lnTo>
                  <a:pt x="459017" y="28821"/>
                </a:lnTo>
                <a:lnTo>
                  <a:pt x="456183" y="20320"/>
                </a:lnTo>
                <a:close/>
              </a:path>
              <a:path w="537210" h="191135">
                <a:moveTo>
                  <a:pt x="465615" y="38354"/>
                </a:moveTo>
                <a:lnTo>
                  <a:pt x="448437" y="38354"/>
                </a:lnTo>
                <a:lnTo>
                  <a:pt x="453028" y="44638"/>
                </a:lnTo>
                <a:lnTo>
                  <a:pt x="487880" y="69066"/>
                </a:lnTo>
                <a:lnTo>
                  <a:pt x="521081" y="79121"/>
                </a:lnTo>
                <a:lnTo>
                  <a:pt x="529717" y="67183"/>
                </a:lnTo>
                <a:lnTo>
                  <a:pt x="516382" y="65182"/>
                </a:lnTo>
                <a:lnTo>
                  <a:pt x="503809" y="61849"/>
                </a:lnTo>
                <a:lnTo>
                  <a:pt x="491998" y="57181"/>
                </a:lnTo>
                <a:lnTo>
                  <a:pt x="480949" y="51181"/>
                </a:lnTo>
                <a:lnTo>
                  <a:pt x="471400" y="44251"/>
                </a:lnTo>
                <a:lnTo>
                  <a:pt x="465615" y="38354"/>
                </a:lnTo>
                <a:close/>
              </a:path>
              <a:path w="537210" h="191135">
                <a:moveTo>
                  <a:pt x="517398" y="7112"/>
                </a:moveTo>
                <a:lnTo>
                  <a:pt x="379603" y="7112"/>
                </a:lnTo>
                <a:lnTo>
                  <a:pt x="379603" y="20320"/>
                </a:lnTo>
                <a:lnTo>
                  <a:pt x="517398" y="20320"/>
                </a:lnTo>
                <a:lnTo>
                  <a:pt x="517398" y="7112"/>
                </a:lnTo>
                <a:close/>
              </a:path>
              <a:path w="537210" h="191135">
                <a:moveTo>
                  <a:pt x="149860" y="0"/>
                </a:moveTo>
                <a:lnTo>
                  <a:pt x="135000" y="0"/>
                </a:lnTo>
                <a:lnTo>
                  <a:pt x="135000" y="106222"/>
                </a:lnTo>
                <a:lnTo>
                  <a:pt x="149860" y="106222"/>
                </a:lnTo>
                <a:lnTo>
                  <a:pt x="1498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9673" y="3812159"/>
            <a:ext cx="1592326" cy="2029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3D6BB-3E68-456F-B7A3-E10DD800BD8C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B51A4-CF6E-44BA-9838-F32135D39D8C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1200" y="4792949"/>
            <a:ext cx="587832" cy="228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>
                <a:moveTo>
                  <a:pt x="0" y="0"/>
                </a:moveTo>
                <a:lnTo>
                  <a:pt x="2663405" y="0"/>
                </a:lnTo>
              </a:path>
            </a:pathLst>
          </a:custGeom>
          <a:ln w="9525">
            <a:solidFill>
              <a:srgbClr val="004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31045" y="244411"/>
            <a:ext cx="1550670" cy="0"/>
          </a:xfrm>
          <a:custGeom>
            <a:avLst/>
            <a:gdLst/>
            <a:ahLst/>
            <a:cxnLst/>
            <a:rect l="l" t="t" r="r" b="b"/>
            <a:pathLst>
              <a:path w="1550670">
                <a:moveTo>
                  <a:pt x="0" y="0"/>
                </a:moveTo>
                <a:lnTo>
                  <a:pt x="1550479" y="0"/>
                </a:lnTo>
              </a:path>
            </a:pathLst>
          </a:custGeom>
          <a:ln w="22098">
            <a:solidFill>
              <a:srgbClr val="CFCF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581524" y="0"/>
            <a:ext cx="4562475" cy="5143500"/>
          </a:xfrm>
          <a:custGeom>
            <a:avLst/>
            <a:gdLst/>
            <a:ahLst/>
            <a:cxnLst/>
            <a:rect l="l" t="t" r="r" b="b"/>
            <a:pathLst>
              <a:path w="4562475" h="5143500">
                <a:moveTo>
                  <a:pt x="4562475" y="0"/>
                </a:moveTo>
                <a:lnTo>
                  <a:pt x="0" y="0"/>
                </a:lnTo>
                <a:lnTo>
                  <a:pt x="0" y="5143500"/>
                </a:lnTo>
                <a:lnTo>
                  <a:pt x="4562475" y="5143500"/>
                </a:lnTo>
                <a:lnTo>
                  <a:pt x="4562475" y="0"/>
                </a:lnTo>
                <a:close/>
              </a:path>
            </a:pathLst>
          </a:custGeom>
          <a:solidFill>
            <a:srgbClr val="0044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21AFF-CC83-491E-8F59-6FE3FA1C1961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object 16">
            <a:extLst>
              <a:ext uri="{FF2B5EF4-FFF2-40B4-BE49-F238E27FC236}">
                <a16:creationId xmlns:a16="http://schemas.microsoft.com/office/drawing/2014/main" id="{B5CBCAA1-83E5-E627-E58B-2B5A50BBCD67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345536" y="4752975"/>
            <a:ext cx="646064" cy="257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1200" y="4792949"/>
            <a:ext cx="587832" cy="228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>
                <a:moveTo>
                  <a:pt x="0" y="0"/>
                </a:moveTo>
                <a:lnTo>
                  <a:pt x="2663405" y="0"/>
                </a:lnTo>
              </a:path>
            </a:pathLst>
          </a:custGeom>
          <a:ln w="9525">
            <a:solidFill>
              <a:srgbClr val="004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35807" y="238125"/>
            <a:ext cx="5848350" cy="12700"/>
          </a:xfrm>
          <a:custGeom>
            <a:avLst/>
            <a:gdLst/>
            <a:ahLst/>
            <a:cxnLst/>
            <a:rect l="l" t="t" r="r" b="b"/>
            <a:pathLst>
              <a:path w="5848350" h="12700">
                <a:moveTo>
                  <a:pt x="0" y="12573"/>
                </a:moveTo>
                <a:lnTo>
                  <a:pt x="5848096" y="0"/>
                </a:lnTo>
              </a:path>
            </a:pathLst>
          </a:custGeom>
          <a:ln w="9525">
            <a:solidFill>
              <a:srgbClr val="CFCF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601BE-6D3B-40C3-A2C4-A8128260AB9B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31200" y="4792949"/>
            <a:ext cx="587832" cy="228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546" y="242824"/>
            <a:ext cx="2663825" cy="0"/>
          </a:xfrm>
          <a:custGeom>
            <a:avLst/>
            <a:gdLst/>
            <a:ahLst/>
            <a:cxnLst/>
            <a:rect l="l" t="t" r="r" b="b"/>
            <a:pathLst>
              <a:path w="2663825">
                <a:moveTo>
                  <a:pt x="0" y="0"/>
                </a:moveTo>
                <a:lnTo>
                  <a:pt x="2663405" y="0"/>
                </a:lnTo>
              </a:path>
            </a:pathLst>
          </a:custGeom>
          <a:ln w="9525">
            <a:solidFill>
              <a:srgbClr val="0044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716" y="1446733"/>
            <a:ext cx="374396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9E63D-055D-41D5-BA4F-EC19B7BDFCA3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20440" y="4917073"/>
            <a:ext cx="2103120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Pretendard" panose="02000503000000020004" pitchFamily="50" charset="-127"/>
          <a:ea typeface="+mj-ea"/>
          <a:cs typeface="Pretendard" panose="02000503000000020004" pitchFamily="50" charset="-127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4461-F712-E466-79B6-2FB91C50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5"/>
          <p:cNvSpPr/>
          <p:nvPr/>
        </p:nvSpPr>
        <p:spPr>
          <a:xfrm>
            <a:off x="990600" y="1990665"/>
            <a:ext cx="1028700" cy="1647885"/>
          </a:xfrm>
          <a:prstGeom prst="roundRect">
            <a:avLst>
              <a:gd name="adj" fmla="val 4861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0" name="Google Shape;860;p25"/>
          <p:cNvSpPr txBox="1"/>
          <p:nvPr/>
        </p:nvSpPr>
        <p:spPr>
          <a:xfrm>
            <a:off x="381000" y="666750"/>
            <a:ext cx="8420100" cy="689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altLang="ko-KR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AI</a:t>
            </a:r>
            <a:r>
              <a:rPr lang="ko-KR" altLang="en-US" sz="2700" b="1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교육 </a:t>
            </a:r>
            <a:r>
              <a:rPr lang="ko-KR" altLang="en-US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이 필요하다면</a:t>
            </a:r>
            <a:r>
              <a:rPr lang="en-US" altLang="ko-KR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, </a:t>
            </a:r>
            <a:r>
              <a:rPr lang="ko-KR" altLang="en-US" sz="2000" b="1" spc="-150" dirty="0" err="1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어떠세요</a:t>
            </a:r>
            <a:r>
              <a:rPr lang="en-US" altLang="ko-KR" sz="2000" b="1" spc="-15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?</a:t>
            </a:r>
            <a:endParaRPr spc="-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4" name="Google Shape;864;p25"/>
          <p:cNvSpPr/>
          <p:nvPr/>
        </p:nvSpPr>
        <p:spPr>
          <a:xfrm>
            <a:off x="990600" y="1475531"/>
            <a:ext cx="6952837" cy="2966604"/>
          </a:xfrm>
          <a:prstGeom prst="roundRect">
            <a:avLst>
              <a:gd name="adj" fmla="val 2705"/>
            </a:avLst>
          </a:prstGeom>
          <a:noFill/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990600" y="1990665"/>
            <a:ext cx="6952837" cy="375805"/>
          </a:xfrm>
          <a:prstGeom prst="roundRect">
            <a:avLst>
              <a:gd name="adj" fmla="val 20910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66" name="Google Shape;866;p25"/>
          <p:cNvCxnSpPr/>
          <p:nvPr/>
        </p:nvCxnSpPr>
        <p:spPr>
          <a:xfrm>
            <a:off x="990600" y="2861769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7" name="Google Shape;867;p25"/>
          <p:cNvSpPr txBox="1"/>
          <p:nvPr/>
        </p:nvSpPr>
        <p:spPr>
          <a:xfrm>
            <a:off x="1066800" y="2442669"/>
            <a:ext cx="876300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캠퍼스 소개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8" name="Google Shape;868;p25"/>
          <p:cNvSpPr txBox="1"/>
          <p:nvPr/>
        </p:nvSpPr>
        <p:spPr>
          <a:xfrm>
            <a:off x="2102644" y="2435893"/>
            <a:ext cx="5665328" cy="35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모두의연구소는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재직자 누구나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AI·IT 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전문가로 성장할 수 있도록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강남에 오프라인 전용 교육 플랫폼을 운영하고 있습니다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sz="10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69" name="Google Shape;869;p25"/>
          <p:cNvCxnSpPr/>
          <p:nvPr/>
        </p:nvCxnSpPr>
        <p:spPr>
          <a:xfrm>
            <a:off x="1009237" y="3242769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0" name="Google Shape;870;p25"/>
          <p:cNvSpPr txBox="1"/>
          <p:nvPr/>
        </p:nvSpPr>
        <p:spPr>
          <a:xfrm>
            <a:off x="4042950" y="2088984"/>
            <a:ext cx="1479889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내용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1" name="Google Shape;871;p25"/>
          <p:cNvSpPr txBox="1"/>
          <p:nvPr/>
        </p:nvSpPr>
        <p:spPr>
          <a:xfrm>
            <a:off x="2102644" y="2936569"/>
            <a:ext cx="5509387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강남캠퍼스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강남구 강남대로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324,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역삼디오대우슈페리움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층</a:t>
            </a:r>
            <a:r>
              <a:rPr lang="en-US" altLang="ko-KR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)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2" name="Google Shape;872;p25"/>
          <p:cNvSpPr txBox="1"/>
          <p:nvPr/>
        </p:nvSpPr>
        <p:spPr>
          <a:xfrm>
            <a:off x="1073944" y="2976069"/>
            <a:ext cx="876300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위치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3" name="Google Shape;873;p25"/>
          <p:cNvSpPr txBox="1"/>
          <p:nvPr/>
        </p:nvSpPr>
        <p:spPr>
          <a:xfrm>
            <a:off x="1085850" y="3347514"/>
            <a:ext cx="876300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ctr" rtl="0"/>
            <a:r>
              <a:rPr lang="ko-KR" altLang="en-US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보유 공간</a:t>
            </a:r>
            <a:endParaRPr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4" name="Google Shape;874;p25"/>
          <p:cNvSpPr txBox="1"/>
          <p:nvPr/>
        </p:nvSpPr>
        <p:spPr>
          <a:xfrm>
            <a:off x="2093042" y="3317568"/>
            <a:ext cx="5543137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/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강남캠퍼스 </a:t>
            </a:r>
            <a:r>
              <a:rPr lang="ko-KR" altLang="en-US" sz="1000" dirty="0" err="1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컨퍼런스룸</a:t>
            </a:r>
            <a:r>
              <a:rPr lang="ko-KR" altLang="en-US" sz="1000" dirty="0">
                <a:solidFill>
                  <a:srgbClr val="59595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및 라운지</a:t>
            </a:r>
            <a:endParaRPr sz="1000" dirty="0">
              <a:solidFill>
                <a:srgbClr val="59595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cxnSp>
        <p:nvCxnSpPr>
          <p:cNvPr id="875" name="Google Shape;875;p25"/>
          <p:cNvCxnSpPr/>
          <p:nvPr/>
        </p:nvCxnSpPr>
        <p:spPr>
          <a:xfrm>
            <a:off x="979106" y="3623769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3" name="Google Shape;883;p25"/>
          <p:cNvCxnSpPr/>
          <p:nvPr/>
        </p:nvCxnSpPr>
        <p:spPr>
          <a:xfrm>
            <a:off x="1009237" y="2366446"/>
            <a:ext cx="6952837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243DDF-9E8D-4EB0-EB66-AB4BF5592D74}"/>
              </a:ext>
            </a:extLst>
          </p:cNvPr>
          <p:cNvSpPr txBox="1"/>
          <p:nvPr/>
        </p:nvSpPr>
        <p:spPr>
          <a:xfrm>
            <a:off x="180000" y="237351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강남캠퍼스 소개</a:t>
            </a:r>
            <a:endParaRPr kumimoji="0" lang="ko-KR" altLang="en-US" sz="1200" i="0" u="none" strike="noStrike" kern="0" cap="none" spc="-150" normalizeH="0" baseline="0" noProof="0" dirty="0">
              <a:ln>
                <a:noFill/>
              </a:ln>
              <a:solidFill>
                <a:srgbClr val="110044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07077357-6DCD-A818-E9A8-258F335C77D0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7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3ED1-0AAC-B9AE-88DB-2C97BE4D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26"/>
          <p:cNvGrpSpPr/>
          <p:nvPr/>
        </p:nvGrpSpPr>
        <p:grpSpPr>
          <a:xfrm>
            <a:off x="641974" y="3587750"/>
            <a:ext cx="1391677" cy="279400"/>
            <a:chOff x="991235" y="3543300"/>
            <a:chExt cx="4781550" cy="558800"/>
          </a:xfrm>
          <a:solidFill>
            <a:schemeClr val="tx2"/>
          </a:solidFill>
        </p:grpSpPr>
        <p:sp>
          <p:nvSpPr>
            <p:cNvPr id="894" name="Google Shape;894;p26"/>
            <p:cNvSpPr/>
            <p:nvPr/>
          </p:nvSpPr>
          <p:spPr>
            <a:xfrm>
              <a:off x="991235" y="3543300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895" name="Google Shape;895;p26"/>
            <p:cNvSpPr txBox="1"/>
            <p:nvPr/>
          </p:nvSpPr>
          <p:spPr>
            <a:xfrm>
              <a:off x="1130935" y="3654426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 err="1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컨퍼런스룸</a:t>
              </a:r>
              <a:endParaRPr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896" name="Google Shape;89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007" y="1123950"/>
            <a:ext cx="2266290" cy="2251532"/>
          </a:xfrm>
          <a:prstGeom prst="roundRect">
            <a:avLst>
              <a:gd name="adj" fmla="val 11428"/>
            </a:avLst>
          </a:prstGeom>
          <a:noFill/>
          <a:ln>
            <a:noFill/>
          </a:ln>
        </p:spPr>
      </p:pic>
      <p:pic>
        <p:nvPicPr>
          <p:cNvPr id="897" name="Google Shape;89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9900" y="1134148"/>
            <a:ext cx="2171700" cy="2232387"/>
          </a:xfrm>
          <a:prstGeom prst="roundRect">
            <a:avLst>
              <a:gd name="adj" fmla="val 8551"/>
            </a:avLst>
          </a:prstGeom>
          <a:noFill/>
          <a:ln>
            <a:noFill/>
          </a:ln>
        </p:spPr>
      </p:pic>
      <p:pic>
        <p:nvPicPr>
          <p:cNvPr id="898" name="Google Shape;89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7021" y="1145475"/>
            <a:ext cx="3077971" cy="2230006"/>
          </a:xfrm>
          <a:prstGeom prst="roundRect">
            <a:avLst>
              <a:gd name="adj" fmla="val 7267"/>
            </a:avLst>
          </a:prstGeom>
          <a:noFill/>
          <a:ln>
            <a:noFill/>
          </a:ln>
        </p:spPr>
      </p:pic>
      <p:grpSp>
        <p:nvGrpSpPr>
          <p:cNvPr id="899" name="Google Shape;899;p26"/>
          <p:cNvGrpSpPr/>
          <p:nvPr/>
        </p:nvGrpSpPr>
        <p:grpSpPr>
          <a:xfrm>
            <a:off x="5307021" y="3575851"/>
            <a:ext cx="1391677" cy="279400"/>
            <a:chOff x="9934850" y="3356267"/>
            <a:chExt cx="4781550" cy="558800"/>
          </a:xfrm>
          <a:solidFill>
            <a:schemeClr val="tx2"/>
          </a:solidFill>
        </p:grpSpPr>
        <p:sp>
          <p:nvSpPr>
            <p:cNvPr id="900" name="Google Shape;900;p26"/>
            <p:cNvSpPr/>
            <p:nvPr/>
          </p:nvSpPr>
          <p:spPr>
            <a:xfrm>
              <a:off x="9934850" y="3356267"/>
              <a:ext cx="4781550" cy="55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45713" tIns="22850" rIns="45713" bIns="22850" anchor="ctr" anchorCtr="0">
              <a:noAutofit/>
            </a:bodyPr>
            <a:lstStyle/>
            <a:p>
              <a:pPr algn="ctr" rtl="0"/>
              <a:endParaRPr sz="9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901" name="Google Shape;901;p26"/>
            <p:cNvSpPr txBox="1"/>
            <p:nvPr/>
          </p:nvSpPr>
          <p:spPr>
            <a:xfrm>
              <a:off x="10074550" y="3467393"/>
              <a:ext cx="4449444" cy="33599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6350" rIns="0" bIns="0" anchor="t" anchorCtr="0">
              <a:spAutoFit/>
            </a:bodyPr>
            <a:lstStyle/>
            <a:p>
              <a:pPr marL="6351" algn="ctr" rtl="0"/>
              <a:r>
                <a:rPr lang="ko-KR" altLang="en-US" sz="1050" dirty="0">
                  <a:solidFill>
                    <a:schemeClr val="lt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Arial"/>
                </a:rPr>
                <a:t>라운지</a:t>
              </a:r>
              <a:endParaRPr sz="105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sp>
        <p:nvSpPr>
          <p:cNvPr id="902" name="Google Shape;902;p26"/>
          <p:cNvSpPr/>
          <p:nvPr/>
        </p:nvSpPr>
        <p:spPr>
          <a:xfrm>
            <a:off x="659007" y="3915158"/>
            <a:ext cx="4592054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3" name="Google Shape;903;p26"/>
          <p:cNvSpPr txBox="1"/>
          <p:nvPr/>
        </p:nvSpPr>
        <p:spPr>
          <a:xfrm>
            <a:off x="762000" y="3941554"/>
            <a:ext cx="4343400" cy="78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32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 </a:t>
            </a:r>
          </a:p>
          <a:p>
            <a:pPr algn="l" rtl="0">
              <a:buClr>
                <a:schemeClr val="dk1"/>
              </a:buClr>
              <a:buSzPts val="2000"/>
            </a:pP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- 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분리형으로 이용할 수 있으며 분리할 경우 공간 별 최대 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16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명까지 </a:t>
            </a:r>
            <a:r>
              <a:rPr lang="ko-KR" altLang="en-US" sz="100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수용 가능</a:t>
            </a:r>
            <a:b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</a:b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4" name="Google Shape;904;p26"/>
          <p:cNvSpPr/>
          <p:nvPr/>
        </p:nvSpPr>
        <p:spPr>
          <a:xfrm>
            <a:off x="5307021" y="3915158"/>
            <a:ext cx="3077971" cy="560602"/>
          </a:xfrm>
          <a:prstGeom prst="roundRect">
            <a:avLst>
              <a:gd name="adj" fmla="val 17739"/>
            </a:avLst>
          </a:prstGeom>
          <a:solidFill>
            <a:srgbClr val="88C1FF"/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algn="ctr" rtl="0"/>
            <a:endParaRPr sz="900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05" name="Google Shape;905;p26"/>
          <p:cNvSpPr txBox="1"/>
          <p:nvPr/>
        </p:nvSpPr>
        <p:spPr>
          <a:xfrm>
            <a:off x="5410200" y="3956416"/>
            <a:ext cx="2552700" cy="2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3" tIns="22850" rIns="45713" bIns="22850" anchor="t" anchorCtr="0">
            <a:spAutoFit/>
          </a:bodyPr>
          <a:lstStyle/>
          <a:p>
            <a:pPr algn="l" rtl="0">
              <a:buClr>
                <a:schemeClr val="dk1"/>
              </a:buClr>
              <a:buSzPts val="2000"/>
            </a:pP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최대 수용 가능 인원</a:t>
            </a:r>
            <a:r>
              <a:rPr lang="en-US" altLang="ko-KR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: 50</a:t>
            </a:r>
            <a:r>
              <a:rPr lang="ko-KR" altLang="en-US" sz="1000" dirty="0">
                <a:solidFill>
                  <a:schemeClr val="dk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인</a:t>
            </a: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9F4C4-CF76-30CD-E57A-0FEE5D722ED0}"/>
              </a:ext>
            </a:extLst>
          </p:cNvPr>
          <p:cNvSpPr txBox="1"/>
          <p:nvPr/>
        </p:nvSpPr>
        <p:spPr>
          <a:xfrm>
            <a:off x="180000" y="237351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spc="-150" dirty="0" err="1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모두의연구소</a:t>
            </a:r>
            <a:r>
              <a:rPr lang="ko-KR" altLang="ko-KR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 </a:t>
            </a:r>
            <a:r>
              <a:rPr lang="ko-KR" altLang="en-US" sz="1200" spc="-150" dirty="0">
                <a:solidFill>
                  <a:srgbClr val="11004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강남캠퍼스 소개</a:t>
            </a:r>
            <a:endParaRPr lang="ko-KR" altLang="en-US" sz="1200" spc="-150" dirty="0">
              <a:solidFill>
                <a:srgbClr val="11004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0971634-168B-81C2-78BA-A58D254FED08}"/>
              </a:ext>
            </a:extLst>
          </p:cNvPr>
          <p:cNvSpPr txBox="1">
            <a:spLocks/>
          </p:cNvSpPr>
          <p:nvPr/>
        </p:nvSpPr>
        <p:spPr>
          <a:xfrm>
            <a:off x="3520440" y="4917073"/>
            <a:ext cx="210312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altLang="ko-KR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67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1623</TotalTime>
  <Words>95</Words>
  <Application>Microsoft Office PowerPoint</Application>
  <PresentationFormat>화면 슬라이드 쇼(16:9)</PresentationFormat>
  <Paragraphs>21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맑은 고딕</vt:lpstr>
      <vt:lpstr>Calibri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glory kim</cp:lastModifiedBy>
  <cp:revision>347</cp:revision>
  <dcterms:created xsi:type="dcterms:W3CDTF">2025-09-19T00:38:49Z</dcterms:created>
  <dcterms:modified xsi:type="dcterms:W3CDTF">2026-04-03T08:47:50Z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2025-09-19T00:00:00Z</vt:filetime>
  </property>
  <property fmtid="{D5CDD505-2E9C-101B-9397-08002B2CF9AE}" pid="5" name="Producer">
    <vt:lpwstr>Microsoft® PowerPoint® Microsoft 365용</vt:lpwstr>
  </property>
</Properties>
</file>