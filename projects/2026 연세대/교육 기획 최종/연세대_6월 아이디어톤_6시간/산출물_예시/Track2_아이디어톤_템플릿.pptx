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연세대 AX 캠프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아이디어톤 발표 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· AI 브랜딩 / 퍼스널 브랜딩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시대 커리어 설계의 주도권 갖기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이름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_____________    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소속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_____________    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날짜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2026.06.24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아이디어 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Empathize 단계 — 발산 (Diverge)  |  Track 2 · AI 브랜딩 / 퍼스널 브랜딩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1615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비건 라이프스타일 × AI 레시피 크리에이터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비건 식단과 AI를 결합한 맞춤형 레시피 콘텐츠로 건강한 라이프스타일 브랜드 구축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선정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965960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8928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공대생의 AI 스타트업 인턴십 스토리텔링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94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공대생이 AI 스타트업에서 겪는 실전 경험을 인스타/브런치 콘텐츠로 연재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715768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15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6426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전공자의 AI 작곡 도구 리뷰 채널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9443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클래식 전공자가 AI 작곡 도구(Suno, Udio)를 음악이론 관점에서 리뷰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465576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3924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취업 준비생을 위한 AI 이력서 최적화 가이드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694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도구로 외국계 기업 이력서/커버레터를 최적화하는 방법을 콘텐츠화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DT 단계: 자기 관찰과 AI 대화를 통해 3~5개 아이디어를 발산한 후, 평가표로 1개를 선정합니다.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아이디어 선정 평가표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단계 — 수렴 (Converge)  |  Track 2 · AI 브랜딩 / 퍼스널 브랜딩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822960"/>
                <a:gridCol w="822960"/>
                <a:gridCol w="822960"/>
                <a:gridCol w="73152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아이디어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Sweet Spot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차별적 각도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커리어 연결성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지속 가능성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총점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비건 × AI 레시피 크리에이터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18/20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✓ 선정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공대생 AI 스타트업 스토리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14/20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음악 전공자의 AI 작곡 리뷰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16/20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AI 이력서 최적화 가이드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13/20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평가 기준 (1~5점)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Sweet Spot: 지식 × 취향 × 관점이 교차하는 고유한 영역인가? (나만의 스윗스팟)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차별적 각도: 기존 크리에이터와 차별화되는 독창적인 관점이나 접근법인가?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커리어 연결성: 이 콘텐츠가 본인의 커리어 목표와 얼마나 직접적으로 연결되는가?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지속 가능성: 최소 6개월 이상 지속해서 콘텐츠를 생산할 수 있는 주제인가?
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기획안 · 커리어 계획서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(WHO/WHERE) — 나는 누구이고, 어디로 갈 것인가  |  Track 2 · AI 브랜딩 / 퍼스널 브랜딩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정체성 · Sweet Spot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789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지식(식품영양학) × 취향(비건 요리) × 관점(AI로 라이프스타일 최적화)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정의: 'AI로 비건 라이프스타일을 최적화하는 데이터 기반 식단 크리에이터'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전문성 스토리아크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01168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03911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기원: 건강상 비건 시작 → 3개월간 영양 불균형(단백질/B12 부족) 실패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전환: ChatGPT에 식단 추천받으니 영양 균형 회복 → 'AI가 비건 진입장벽(메뉴 선택)을 해결한다' 깨달음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현재: AI로 매일 식단 기획, 인스타 500 팔로워(3개월)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비전: 한국 최초 'AI×비건' 라이프스타일 크리에이터 1만 팔로워, 식품기업 콜라보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01168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 제안 · 차별 각도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97180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9923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타깃: 환경 보호에 공감하지만 비건이 막막한 20~30대 1인 가구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차별: 일반 비건 크리에이터(레시피만) vs 나(AI 영양 데이터 + 레시피 + 스토리텔링)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슬로건: 'AI와 함께하는 비건 라이프 — 매일 1분이면 맞춤 영양식'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/ 10년 목표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393192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9593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1년(2026-27): 인스타 3천 팔로워, 첫 브랜드 협업 1건, 식품기업 인턴십 제안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10년(2036): 'AI 비건 라이프스타일' 1위 크리에이터(10만+), AI 맞춤 비건 식단 구독 창업 또는 식품기업 CMO, 한국 비건 인구 5% 확대 기여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AI와 함께 작업한 과정을 로그로 남겨주세요. 완성도보다 'AI와 얼마나 선명하게 만들었는가'가 평가 기준입니다.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과정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· AI 브랜딩 / 퍼스널 브랜딩 — 프롬프트 및 대화 로그 요약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발견 — Sweet Spot 찾기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자신의 지식(영양학), 취향(요리), 관점(환경보호)을 입력하고 교집합을 분석하여 스윗스팟 도출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오디언스 리서치 — AI 페르소나 생성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ChatGPT로 타깃 오디언스 페르소나 3개를 생성하고, 각각의 니즈/페인포인트를 분석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발산 — 콘텐츠 5개 후보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스윗스팟 × 오디언스 매트릭스로 5개 콘텐츠 아이디어를 도출. 각각의 차별성과 지속 가능성을 평가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및 선정 — 루브릭 기반 수렴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평가 기준(1~5점)으로 채점. '비건 × AI 레시피 크리에이터'가 총점 18/20으로 선정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커리어 계획서 작성 — AI와 프로토타입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389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선정된 아이디어로 커리어 계획서(정체성·스토리아크·가치제안·1년/10년 목표)를 AI와 작성. 이 계획서가 7월 콘텐츠 전략 기획(Word)의 목적지가 됨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2 - 아이디어톤 발표 덱</dc:title>
  <dc:subject>PptxGenJS Presentation</dc:subject>
  <dc:creator>모두의연구소</dc:creator>
  <cp:lastModifiedBy>모두의연구소</cp:lastModifiedBy>
  <cp:revision>1</cp:revision>
  <dcterms:created xsi:type="dcterms:W3CDTF">2026-06-18T14:33:48Z</dcterms:created>
  <dcterms:modified xsi:type="dcterms:W3CDTF">2026-06-18T14:33:48Z</dcterms:modified>
</cp:coreProperties>
</file>