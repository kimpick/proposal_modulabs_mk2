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연세대 AX 캠프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아이디어톤 발표 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AI 연구자동화 / 논문 작성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LLM과 함께 연구 질문부터 논문 초안까지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이름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_____________    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소속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_____________    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날짜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2026.06.24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아이디어 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Empathize 단계 — 발산 (Diverge)  |  Track 1 · AI 연구자동화 / 논문 작성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0D6EF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16152"/>
            <a:ext cx="420624" cy="420624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학술 논문 자동 요약: 분야별 요약 품질 비교 연구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서로 다른 학문 분야(이공계/인문사회계) 논문을 요약할 때의 품질 차이를 체계적으로 비교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선정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965960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8928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튜터가 대학생 학업 성취도에 미치는 영향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94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기반 AI 튜터 활용이 학습 성과에 미치는 영향을 실험 설계를 통해 검증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715768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15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6426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 진단 보조 AI의 신뢰성에 대한 사용자 인식 연구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9443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의료진과 일반인을 대상으로 AI 진단 보조 도구에 대한 신뢰도 조사 및 요인 분석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465576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3924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LLM의 교육 평가 자동화 가능성 탐색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694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이미지+텍스트 기반 LLM이 서술형 평가 채점을 어디까지 신뢰롭게 수행할 수 있는지 탐색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DT 단계: 자기 관찰과 AI 대화를 통해 3~5개 아이디어를 발산한 후, 평가표로 1개를 선정합니다.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아이디어 선정 평가표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단계 — 수렴 (Converge)  |  Track 1 · AI 연구자동화 / 논문 작성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822960"/>
                <a:gridCol w="822960"/>
                <a:gridCol w="822960"/>
                <a:gridCol w="73152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아이디어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Research Gap 명확성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기여 가능성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검증·데이터 확보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관심·전공 연결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총점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LLM 논문 자동 요약 품질 비교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19/20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6EFD"/>
                          </a:solidFill>
                        </a:rPr>
                        <a:t>✓ 선정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AI 튜터의 학업 성취도 영향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14/20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의료 AI 신뢰도 인식 연구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11/20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멀티모달 LLM 평가 자동화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14/20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평가 기준 (1~5점)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Research Gap 명확성: 기존 문헌의 공백(Gap)을 얼마나 명확하게 겨냥하고 있는가?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기여 가능성: 해당 연구가 학문 또는 실무에 의미 있는 기여를 할 수 있는가?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검증·데이터 확보: 검증 방법과 데이터 수집 계획이 현실적으로 실행 가능한가?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관심·전공 연결: 본인의 관심 분야 및 전공과 얼마나 깊이 연결되어 있는가?
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기획안 · 연구 설계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(HOW) — 무슨 연구를, 어떻게 할 것인가  |  Track 1 · AI 연구자동화 / 논문 작성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0" cy="86868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789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학술 논문을 요약할 때, 자연과학(STEM)과 인문사회계열 간 요약 품질(충실도·정확도·완성도) 차이가 존재하는가? 어떤 요인이 품질 편차를 결정하는가?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 / 기여 포인트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01168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03911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가설: LLM은 자연과학 논문에서 구조적 요약 품질이 더 높고, 인문사회 논문에서 논리적 일관성이 떨어질 것이다.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기여: 분야별 LLM 요약 품질 편차의 원인을 규명하고, 맞춤형 프롬프트 전략을 제안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011680" cy="86868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97180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9923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STEM/인문 각 15편씩 논문 수집 (arXiv, KCI)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GPT-4, Claude, Gemini에 동일 프롬프트로 요약 요청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ROUGE, BERTScore + 인간 평가(루브릭 5점)로 품질 측정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요약 품질 차이의 요인 분석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전략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393192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9593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arXiv(자연과학 15편) + RISS/KCI(인문사회 15편) 무작위 추출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 도구: ChatGPT(GPT-4), Claude 3.5, Gemini 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평가 지표: ROUGE-L, BERTScore F1, 인간 루브릭(충실도/간결성/일관성)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AI와 함께 작업한 과정을 로그로 남겨주세요. 완성도보다 'AI와 얼마나 선명하게 만들었는가'가 평가 기준입니다.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과정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AI 연구자동화 / 논문 작성 — 프롬프트 및 대화 로그 요약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 분야 탐색 — AI와 브레인스토밍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ChatGPT에게 자신의 전공과 관심사를 알려주고, 현재 연구 트렌드 &amp; 미해결 문제(Gap)를 함께 찾음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문헌 조사 — AI 리서치 파이프라인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Scholar API + Elicit + Consensus로 관련 논문 30편 검색, AI로 초록 요약 및 갭 분석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발산 — 5개 후보 도출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대화하며 5개 연구 아이디어를 도출. 각각의 Research Gap, 기여 포인트, 실행 가능성을 1페이지로 정리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및 선정 — 루브릭 기반 수렴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평가 기준(1~5점)으로 5개 아이디어를 채점. 'LLM 논문 요약 품질 비교'가 총점 19/20으로 선정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기획안 작성 — AI와 프로토타입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389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선정된 아이디어로 연구 설계서 초안을 AI와 함께 작성. 연구 질문 → 가설 → 검증 방법 → 데이터 전략을 1시간 내 완성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1 - 아이디어톤 발표 덱</dc:title>
  <dc:subject>PptxGenJS Presentation</dc:subject>
  <dc:creator>모두의연구소</dc:creator>
  <cp:lastModifiedBy>모두의연구소</cp:lastModifiedBy>
  <cp:revision>1</cp:revision>
  <dcterms:created xsi:type="dcterms:W3CDTF">2026-06-18T14:33:48Z</dcterms:created>
  <dcterms:modified xsi:type="dcterms:W3CDTF">2026-06-18T14:33:48Z</dcterms:modified>
</cp:coreProperties>
</file>