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연세대 AX 캠프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아이디어톤 발표 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 · AI 비즈니스 랩 (Agentic)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Agent와 함께 사업 기회를 설계하는 3주 실행 과정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이름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_____________    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소속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_____________    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날짜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2026.06.24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아이디어 리스트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Empathize 단계 — 발산 (Diverge)  |  Track 3 · AI 비즈니스 랩 (Agentic)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16152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기반 중고 거래 분쟁 해결 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447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봇으로 중고 거래 분쟁(환불/반품)을 AI가 양측 입장을 들어 조정하는 서비스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1298448"/>
            <a:ext cx="100584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2984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선정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965960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8928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대학생 맞춤형 식단 추천 서비스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194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예산/영양/취향을 입력하면 AI가 일주일 식단과 마트 장보기 리스트를 생성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715768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15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6426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튜터 매칭 플랫폼 (과외 + Agent)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9443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학습자 레벨과 목표를 AI Agent가 분석해 최적의 튜터를 매칭하고 진행을 관리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465576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3924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상권 AI 분석 리포트 구독 서비스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694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매월 동네 상권 트렌드를 분석한 PDF 리포트를 자동 생성해 구독자에게 발송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DT 단계: 자기 관찰과 AI 대화를 통해 3~5개 아이디어를 발산한 후, 평가표로 1개를 선정합니다.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아이디어 선정 평가표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단계 — 수렴 (Converge)  |  Track 3 · AI 비즈니스 랩 (Agentic)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822960"/>
                <a:gridCol w="822960"/>
                <a:gridCol w="822960"/>
                <a:gridCol w="73152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아이디어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문제 선명도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사업성 (지불 의사)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실행 가능성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 Agent 활용도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총점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중고 거래 분쟁 해결 봇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18/20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✓ 선정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대학생 AI 식단 추천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13/20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AI 튜터 매칭 플랫폼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15/20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지역 상권 AI 분석 구독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12/20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평가 기준 (1~5점)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문제 선명도: 해결하고자 하는 문제가 구체적이고 명확하게 정의되어 있는가?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사업성 (지불 의사): 고객이 이 서비스에 돈을 지불할 의사가 있는가? (Willingness to Pay)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실행 가능성: 현재 가진 리소스(AI 도구, 시간, 기술)로 2주 내 프로토타입을 만들 수 있는가?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Agent 활용도: AI Agent가 서비스의 핵심 가치 창출에 얼마나 깊이 관여하는가?
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기획안 · 사업 기획안 (1장 요약)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(WHY/WHAT) — 어떤 사업 아이템인가, 왜 유망한가  |  Track 3 · AI 비즈니스 랩 (Agentic)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01168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 · 고객 · 문제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789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미션: '중고 거래의 신뢰를 AI로 회복한다'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고객: 당근마켓/번개장터 월 1회+ 이용자 (20~30대)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거래 후 분쟁(불량품/환불거부) 시 감정싸움으로 번지고, 저비용 해결 창구가 전무함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오퍼 (1줄)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01168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03911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Telegram 봇에 거래 내역을 올리면, AI Agent가 양측 입장을 분석해 24시간 내 객관적 조정안을 제시한다.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가격·결제 모델 디테일은 사업계획서(Word)로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01168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핵심 가치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97180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9923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AI인가 — 유사 분쟁 사례 DB(RAG) 기반의 '객관적 판단' + 멀티모달 LLM의 '사진 손상 분석' + 24시간 무중단 '신속성'이, 인간 CS(3일·주관적)와 법률 상담(50만 원+)의 빈틈을 단번에 메운다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01168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시그널 (1줄)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393192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9593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 MVP 4주: 분쟁 해결 10건 / 만족도 4.5 / 첫 100인 = '분쟁 0원 해결' 캠페인으로 확보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실행 로드맵·채널 전략·재무 모델은 사업계획서(Word)로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AI와 함께 작업한 과정을 로그로 남겨주세요. 완성도보다 'AI와 얼마나 선명하게 만들었는가'가 평가 기준입니다.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과정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 · AI 비즈니스 랩 (Agentic) — 프롬프트 및 대화 로그 요약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 탐색 — AI와 자기 관찰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Agent에게 자신의 일상에서 겪은 불편함을 이야기하고, 해결 가능한 문제를 함께 탐색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인터뷰 — AI가 질문 생성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생성한 인터뷰 가이드로 주변 5명에게 중고 거래 분쟁 경험을 인터뷰. 페인포인트 정량화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발산 — 솔루션 5개 후보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정의를 바탕으로 AI와 함께 5개 서비스 아이디어를 도출. 각각의 사업성과 실행 가능성을 평가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및 선정 — 루브릭 기반 수렴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평가 기준(1~5점)으로 채점. '분쟁 해결 봇'이 총점 18/20으로 선정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기획안 작성 — AI와 프로토타입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389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선정된 아이디어로 사업 기획안을 AI와 작성. 미션 → 고객 → 오퍼 → 채널 → AI Agent 활용을 1시간 내 완성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3 - 아이디어톤 발표 덱</dc:title>
  <dc:subject>PptxGenJS Presentation</dc:subject>
  <dc:creator>모두의연구소</dc:creator>
  <cp:lastModifiedBy>모두의연구소</cp:lastModifiedBy>
  <cp:revision>1</cp:revision>
  <dcterms:created xsi:type="dcterms:W3CDTF">2026-06-18T14:33:48Z</dcterms:created>
  <dcterms:modified xsi:type="dcterms:W3CDTF">2026-06-18T14:33:48Z</dcterms:modified>
</cp:coreProperties>
</file>